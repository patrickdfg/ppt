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3.xml" ContentType="application/vnd.openxmlformats-officedocument.presentationml.slideMaster+xml"/>
  <Override PartName="/ppt/slides/slide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54.xml" ContentType="application/vnd.openxmlformats-officedocument.presentationml.slide+xml"/>
  <Override PartName="/ppt/slides/slide67.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66" r:id="rId3"/>
  </p:sldMasterIdLst>
  <p:notesMasterIdLst>
    <p:notesMasterId r:id="rId76"/>
  </p:notesMasterIdLst>
  <p:handoutMasterIdLst>
    <p:handoutMasterId r:id="rId77"/>
  </p:handoutMasterIdLst>
  <p:sldIdLst>
    <p:sldId id="362" r:id="rId5"/>
    <p:sldId id="302" r:id="rId9"/>
    <p:sldId id="314" r:id="rId20"/>
    <p:sldId id="308" r:id="rId12"/>
    <p:sldId id="311" r:id="rId15"/>
    <p:sldId id="313" r:id="rId17"/>
    <p:sldId id="365" r:id="rId58"/>
    <p:sldId id="374" r:id="rId71"/>
    <p:sldId id="378" r:id="rId75"/>
  </p:sldIdLst>
  <p:sldSz cx="9144000" cy="5143500" type="screen16x9"/>
  <p:notesSz cx="6858000" cy="9144000"/>
  <p:defaultTextStyle>
    <a:defPPr>
      <a:defRPr lang="ko-KR"/>
    </a:defPPr>
    <a:lvl1pPr marL="0" algn="l" defTabSz="685596" rtl="0" eaLnBrk="1" latinLnBrk="1" hangingPunct="1">
      <a:defRPr sz="1400" kern="1200">
        <a:solidFill>
          <a:schemeClr val="tx1"/>
        </a:solidFill>
        <a:latin typeface="+mn-lt"/>
        <a:ea typeface="+mn-ea"/>
        <a:cs typeface="+mn-cs"/>
      </a:defRPr>
    </a:lvl1pPr>
    <a:lvl2pPr marL="342794" algn="l" defTabSz="685596" rtl="0" eaLnBrk="1" latinLnBrk="1" hangingPunct="1">
      <a:defRPr sz="1400" kern="1200">
        <a:solidFill>
          <a:schemeClr val="tx1"/>
        </a:solidFill>
        <a:latin typeface="+mn-lt"/>
        <a:ea typeface="+mn-ea"/>
        <a:cs typeface="+mn-cs"/>
      </a:defRPr>
    </a:lvl2pPr>
    <a:lvl3pPr marL="685596" algn="l" defTabSz="685596" rtl="0" eaLnBrk="1" latinLnBrk="1" hangingPunct="1">
      <a:defRPr sz="1400" kern="1200">
        <a:solidFill>
          <a:schemeClr val="tx1"/>
        </a:solidFill>
        <a:latin typeface="+mn-lt"/>
        <a:ea typeface="+mn-ea"/>
        <a:cs typeface="+mn-cs"/>
      </a:defRPr>
    </a:lvl3pPr>
    <a:lvl4pPr marL="1028394" algn="l" defTabSz="685596" rtl="0" eaLnBrk="1" latinLnBrk="1" hangingPunct="1">
      <a:defRPr sz="1400" kern="1200">
        <a:solidFill>
          <a:schemeClr val="tx1"/>
        </a:solidFill>
        <a:latin typeface="+mn-lt"/>
        <a:ea typeface="+mn-ea"/>
        <a:cs typeface="+mn-cs"/>
      </a:defRPr>
    </a:lvl4pPr>
    <a:lvl5pPr marL="1371192" algn="l" defTabSz="685596" rtl="0" eaLnBrk="1" latinLnBrk="1" hangingPunct="1">
      <a:defRPr sz="1400" kern="1200">
        <a:solidFill>
          <a:schemeClr val="tx1"/>
        </a:solidFill>
        <a:latin typeface="+mn-lt"/>
        <a:ea typeface="+mn-ea"/>
        <a:cs typeface="+mn-cs"/>
      </a:defRPr>
    </a:lvl5pPr>
    <a:lvl6pPr marL="1713995" algn="l" defTabSz="685596" rtl="0" eaLnBrk="1" latinLnBrk="1" hangingPunct="1">
      <a:defRPr sz="1400" kern="1200">
        <a:solidFill>
          <a:schemeClr val="tx1"/>
        </a:solidFill>
        <a:latin typeface="+mn-lt"/>
        <a:ea typeface="+mn-ea"/>
        <a:cs typeface="+mn-cs"/>
      </a:defRPr>
    </a:lvl6pPr>
    <a:lvl7pPr marL="2056787" algn="l" defTabSz="685596" rtl="0" eaLnBrk="1" latinLnBrk="1" hangingPunct="1">
      <a:defRPr sz="1400" kern="1200">
        <a:solidFill>
          <a:schemeClr val="tx1"/>
        </a:solidFill>
        <a:latin typeface="+mn-lt"/>
        <a:ea typeface="+mn-ea"/>
        <a:cs typeface="+mn-cs"/>
      </a:defRPr>
    </a:lvl7pPr>
    <a:lvl8pPr marL="2399580" algn="l" defTabSz="685596" rtl="0" eaLnBrk="1" latinLnBrk="1" hangingPunct="1">
      <a:defRPr sz="1400" kern="1200">
        <a:solidFill>
          <a:schemeClr val="tx1"/>
        </a:solidFill>
        <a:latin typeface="+mn-lt"/>
        <a:ea typeface="+mn-ea"/>
        <a:cs typeface="+mn-cs"/>
      </a:defRPr>
    </a:lvl8pPr>
    <a:lvl9pPr marL="2742374" algn="l" defTabSz="685596" rtl="0" eaLnBrk="1" latinLnBrk="1" hangingPunct="1">
      <a:defRPr sz="1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ove2" initials="l" lastIdx="0" clrIdx="0"/>
  <p:cmAuthor id="2" name="한솔 이" initials="한이"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TxStyle/>
      <a:tcStyle>
        <a:tcBdr/>
        <a:fill>
          <a:solidFill>
            <a:schemeClr val="accent6">
              <a:tint val="40000"/>
            </a:schemeClr>
          </a:solidFill>
        </a:fill>
      </a:tcStyle>
    </a:band1H>
    <a:band2H>
      <a:tcTxStyle/>
      <a:tcStyle>
        <a:tcBdr/>
      </a:tcStyle>
    </a:band2H>
    <a:band1V>
      <a:tcTxStyle/>
      <a:tcStyle>
        <a:tcBdr/>
        <a:fill>
          <a:solidFill>
            <a:schemeClr val="accent6">
              <a:tint val="40000"/>
            </a:schemeClr>
          </a:solidFill>
        </a:fill>
      </a:tcStyle>
    </a:band1V>
    <a:band2V>
      <a:tcTxStyle/>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23" autoAdjust="0"/>
    <p:restoredTop sz="86430" autoAdjust="0"/>
  </p:normalViewPr>
  <p:slideViewPr>
    <p:cSldViewPr snapToGrid="0">
      <p:cViewPr varScale="1">
        <p:scale>
          <a:sx n="51" d="100"/>
          <a:sy n="51" d="100"/>
        </p:scale>
        <p:origin x="-84" y="-456"/>
      </p:cViewPr>
      <p:guideLst>
        <p:guide orient="horz" pos="1619"/>
        <p:guide pos="2880"/>
      </p:guideLst>
    </p:cSldViewPr>
  </p:slideViewPr>
  <p:outlineViewPr>
    <p:cViewPr>
      <p:scale>
        <a:sx n="33" d="100"/>
        <a:sy n="33" d="100"/>
      </p:scale>
      <p:origin x="0" y="30384"/>
    </p:cViewPr>
  </p:outlineViewPr>
  <p:notesTextViewPr>
    <p:cViewPr>
      <p:scale>
        <a:sx n="100" d="100"/>
        <a:sy n="100" d="100"/>
      </p:scale>
      <p:origin x="0" y="0"/>
    </p:cViewPr>
  </p:notesTextViewPr>
  <p:sorterViewPr>
    <p:cViewPr>
      <p:scale>
        <a:sx n="150" d="100"/>
        <a:sy n="150" d="100"/>
      </p:scale>
      <p:origin x="0" y="0"/>
    </p:cViewPr>
  </p:sorterViewPr>
  <p:notesViewPr>
    <p:cSldViewPr snapToGrid="0">
      <p:cViewPr varScale="1">
        <p:scale>
          <a:sx n="85" d="100"/>
          <a:sy n="85" d="100"/>
        </p:scale>
        <p:origin x="3804" y="90"/>
      </p:cViewPr>
      <p:guideLst>
        <p:guide orient="horz" pos="2880"/>
        <p:guide pos="2159"/>
      </p:guideLst>
    </p:cSldViewPr>
  </p:notesViewPr>
  <p:gridSpacing cx="72008" cy="72008"/>
</p:viewPr>
</file>

<file path=ppt/_rels/presentation.xml.rels><?xml version="1.0" encoding="utf-8"?><Relationships xmlns="http://schemas.openxmlformats.org/package/2006/relationships"><Relationship Id="rId76" Type="http://schemas.openxmlformats.org/officeDocument/2006/relationships/notesMaster" Target="notesMasters/notesMaster1.xml"/><Relationship Id="rId71" Type="http://schemas.openxmlformats.org/officeDocument/2006/relationships/slide" Target="slides/slide67.xml"/><Relationship Id="rId58" Type="http://schemas.openxmlformats.org/officeDocument/2006/relationships/slide" Target="slides/slide54.xml"/><Relationship Id="rId79" Type="http://schemas.openxmlformats.org/officeDocument/2006/relationships/presProps" Target="presProps.xml"/><Relationship Id="rId5" Type="http://schemas.openxmlformats.org/officeDocument/2006/relationships/slide" Target="slides/slide1.xml"/><Relationship Id="rId82" Type="http://schemas.openxmlformats.org/officeDocument/2006/relationships/tableStyles" Target="tableStyles.xml"/><Relationship Id="rId78" Type="http://schemas.openxmlformats.org/officeDocument/2006/relationships/commentAuthors" Target="commentAuthors.xml"/><Relationship Id="rId81" Type="http://schemas.openxmlformats.org/officeDocument/2006/relationships/theme" Target="theme/theme3.xml"/><Relationship Id="rId9" Type="http://schemas.openxmlformats.org/officeDocument/2006/relationships/slide" Target="slides/slide5.xml"/><Relationship Id="rId77" Type="http://schemas.openxmlformats.org/officeDocument/2006/relationships/handoutMaster" Target="handoutMasters/handoutMaster1.xml"/><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0" Type="http://schemas.openxmlformats.org/officeDocument/2006/relationships/slide" Target="slides/slide16.xml"/><Relationship Id="rId75" Type="http://schemas.openxmlformats.org/officeDocument/2006/relationships/slide" Target="slides/slide71.xml"/><Relationship Id="rId15"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latinLnBrk="1">
              <a:defRPr/>
            </a:pPr>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a:lstStyle>
            <a:lvl1pPr algn="r">
              <a:defRPr sz="1200"/>
            </a:lvl1pPr>
          </a:lstStyle>
          <a:p>
            <a:pPr lvl="0">
              <a:defRPr/>
            </a:pPr>
            <a:fld id="{361AD857-6AE5-461A-A1E6-E8764E3C6042}" type="datetime1">
              <a:rPr lang="ko-KR" altLang="en-US"/>
              <a:pPr lvl="0">
                <a:defRPr/>
              </a:pPr>
              <a:t>2026-07-22</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anchor="b"/>
          <a:lstStyle>
            <a:lvl1pPr algn="l">
              <a:defRPr sz="1200"/>
            </a:lvl1pPr>
          </a:lstStyle>
          <a:p>
            <a:pPr lvl="0" latinLnBrk="1">
              <a:defRPr/>
            </a:pPr>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1A656551-A24E-4340-BCAD-97FF1E9A2889}" type="slidenum">
              <a:rPr lang="ko-KR" altLang="en-US"/>
              <a:pPr lvl="0">
                <a:defRPr/>
              </a:pPr>
              <a:t>‹#›</a:t>
            </a:fld>
            <a:endParaRPr lang="ko-KR" altLang="en-US"/>
          </a:p>
        </p:txBody>
      </p:sp>
    </p:spTree>
    <p:extLst>
      <p:ext uri="{BB962C8B-B14F-4D97-AF65-F5344CB8AC3E}">
        <p14:creationId xmlns:p14="http://schemas.microsoft.com/office/powerpoint/2010/main" val="5338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latinLnBrk="1">
              <a:defRPr/>
            </a:pPr>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004EE73C-5669-42E9-9CA4-70872096A12B}" type="datetime1">
              <a:rPr lang="ko-KR" altLang="en-US"/>
              <a:pPr lvl="0">
                <a:defRPr/>
              </a:pPr>
              <a:t>2026-07-22</a:t>
            </a:fld>
            <a:endParaRPr lang="ko-KR" altLang="en-US"/>
          </a:p>
        </p:txBody>
      </p:sp>
      <p:sp>
        <p:nvSpPr>
          <p:cNvPr id="4" name="슬라이드 이미지 개체 틀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latinLnBrk="1">
              <a:defRPr/>
            </a:pP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latinLnBrk="1">
              <a:defRPr/>
            </a:pPr>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D131F723-01F9-49E6-9CC3-FA9783E0A0B5}" type="slidenum">
              <a:rPr lang="ko-KR" altLang="en-US"/>
              <a:pPr lvl="0">
                <a:defRPr/>
              </a:pPr>
              <a:t>‹#›</a:t>
            </a:fld>
            <a:endParaRPr lang="ko-KR" altLang="en-US"/>
          </a:p>
        </p:txBody>
      </p:sp>
    </p:spTree>
    <p:extLst>
      <p:ext uri="{BB962C8B-B14F-4D97-AF65-F5344CB8AC3E}">
        <p14:creationId xmlns:p14="http://schemas.microsoft.com/office/powerpoint/2010/main" val="2269933783"/>
      </p:ext>
    </p:extLst>
  </p:cSld>
  <p:clrMap bg1="lt1" tx1="dk1" bg2="lt2" tx2="dk2" accent1="accent1" accent2="accent2" accent3="accent3" accent4="accent4" accent5="accent5" accent6="accent6" hlink="hlink" folHlink="folHlink"/>
  <p:hf hdr="0" ftr="0" dt="0"/>
  <p:notesStyle>
    <a:lvl1pPr marL="0" algn="l" defTabSz="685596" rtl="0" eaLnBrk="1" latinLnBrk="1" hangingPunct="1">
      <a:defRPr sz="900" kern="1200">
        <a:solidFill>
          <a:schemeClr val="tx1"/>
        </a:solidFill>
        <a:latin typeface="+mn-lt"/>
        <a:ea typeface="+mn-ea"/>
        <a:cs typeface="+mn-cs"/>
      </a:defRPr>
    </a:lvl1pPr>
    <a:lvl2pPr marL="342794" algn="l" defTabSz="685596" rtl="0" eaLnBrk="1" latinLnBrk="1" hangingPunct="1">
      <a:defRPr sz="900" kern="1200">
        <a:solidFill>
          <a:schemeClr val="tx1"/>
        </a:solidFill>
        <a:latin typeface="+mn-lt"/>
        <a:ea typeface="+mn-ea"/>
        <a:cs typeface="+mn-cs"/>
      </a:defRPr>
    </a:lvl2pPr>
    <a:lvl3pPr marL="685596" algn="l" defTabSz="685596" rtl="0" eaLnBrk="1" latinLnBrk="1" hangingPunct="1">
      <a:defRPr sz="900" kern="1200">
        <a:solidFill>
          <a:schemeClr val="tx1"/>
        </a:solidFill>
        <a:latin typeface="+mn-lt"/>
        <a:ea typeface="+mn-ea"/>
        <a:cs typeface="+mn-cs"/>
      </a:defRPr>
    </a:lvl3pPr>
    <a:lvl4pPr marL="1028394" algn="l" defTabSz="685596" rtl="0" eaLnBrk="1" latinLnBrk="1" hangingPunct="1">
      <a:defRPr sz="900" kern="1200">
        <a:solidFill>
          <a:schemeClr val="tx1"/>
        </a:solidFill>
        <a:latin typeface="+mn-lt"/>
        <a:ea typeface="+mn-ea"/>
        <a:cs typeface="+mn-cs"/>
      </a:defRPr>
    </a:lvl4pPr>
    <a:lvl5pPr marL="1371192" algn="l" defTabSz="685596" rtl="0" eaLnBrk="1" latinLnBrk="1" hangingPunct="1">
      <a:defRPr sz="900" kern="1200">
        <a:solidFill>
          <a:schemeClr val="tx1"/>
        </a:solidFill>
        <a:latin typeface="+mn-lt"/>
        <a:ea typeface="+mn-ea"/>
        <a:cs typeface="+mn-cs"/>
      </a:defRPr>
    </a:lvl5pPr>
    <a:lvl6pPr marL="1713995" algn="l" defTabSz="685596" rtl="0" eaLnBrk="1" latinLnBrk="1" hangingPunct="1">
      <a:defRPr sz="900" kern="1200">
        <a:solidFill>
          <a:schemeClr val="tx1"/>
        </a:solidFill>
        <a:latin typeface="+mn-lt"/>
        <a:ea typeface="+mn-ea"/>
        <a:cs typeface="+mn-cs"/>
      </a:defRPr>
    </a:lvl6pPr>
    <a:lvl7pPr marL="2056787" algn="l" defTabSz="685596" rtl="0" eaLnBrk="1" latinLnBrk="1" hangingPunct="1">
      <a:defRPr sz="900" kern="1200">
        <a:solidFill>
          <a:schemeClr val="tx1"/>
        </a:solidFill>
        <a:latin typeface="+mn-lt"/>
        <a:ea typeface="+mn-ea"/>
        <a:cs typeface="+mn-cs"/>
      </a:defRPr>
    </a:lvl7pPr>
    <a:lvl8pPr marL="2399580" algn="l" defTabSz="685596" rtl="0" eaLnBrk="1" latinLnBrk="1" hangingPunct="1">
      <a:defRPr sz="900" kern="1200">
        <a:solidFill>
          <a:schemeClr val="tx1"/>
        </a:solidFill>
        <a:latin typeface="+mn-lt"/>
        <a:ea typeface="+mn-ea"/>
        <a:cs typeface="+mn-cs"/>
      </a:defRPr>
    </a:lvl8pPr>
    <a:lvl9pPr marL="2742374" algn="l" defTabSz="685596" rtl="0" eaLnBrk="1" latinLnBrk="1"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D131F723-01F9-49E6-9CC3-FA9783E0A0B5}" type="slidenum">
              <a:rPr kumimoji="0" lang="ko-KR" altLang="en-US" sz="1200" b="0" i="0" u="none" strike="noStrike" kern="1200" cap="none" spc="0" normalizeH="0" baseline="0" noProof="0" smtClean="0">
                <a:ln>
                  <a:noFill/>
                </a:ln>
                <a:solidFill>
                  <a:prstClr val="black"/>
                </a:solidFill>
                <a:effectLst/>
                <a:uLnTx/>
                <a:uFillTx/>
                <a:latin typeface="맑은 고딕" panose="020F0502020204030204"/>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dirty="0">
              <a:ln>
                <a:noFill/>
              </a:ln>
              <a:solidFill>
                <a:prstClr val="black"/>
              </a:solidFill>
              <a:effectLst/>
              <a:uLnTx/>
              <a:uFillTx/>
              <a:latin typeface="맑은 고딕" panose="020F0502020204030204"/>
              <a:ea typeface="맑은 고딕" panose="020B0503020000020004" pitchFamily="50" charset="-127"/>
              <a:cs typeface="+mn-cs"/>
            </a:endParaRPr>
          </a:p>
        </p:txBody>
      </p:sp>
    </p:spTree>
    <p:extLst>
      <p:ext uri="{BB962C8B-B14F-4D97-AF65-F5344CB8AC3E}">
        <p14:creationId xmlns:p14="http://schemas.microsoft.com/office/powerpoint/2010/main" val="2211704314"/>
      </p:ext>
    </p:extLst>
  </p:cSld>
  <p:clrMapOvr>
    <a:masterClrMapping/>
  </p:clrMapOvr>
</p:note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16.png"/><Relationship Id="rId4" Type="http://schemas.openxmlformats.org/officeDocument/2006/relationships/image" Target="../media/image8.sv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jpeg"/><Relationship Id="rId1" Type="http://schemas.openxmlformats.org/officeDocument/2006/relationships/slideMaster" Target="../slideMasters/slideMaster3.xml"/><Relationship Id="rId4" Type="http://schemas.openxmlformats.org/officeDocument/2006/relationships/image" Target="../media/image22.jpe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9.png"/><Relationship Id="rId4" Type="http://schemas.openxmlformats.org/officeDocument/2006/relationships/image" Target="../media/image28.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타이틀">
    <p:spTree>
      <p:nvGrpSpPr>
        <p:cNvPr id="1" name=""/>
        <p:cNvGrpSpPr/>
        <p:nvPr/>
      </p:nvGrpSpPr>
      <p:grpSpPr>
        <a:xfrm>
          <a:off x="0" y="0"/>
          <a:ext cx="0" cy="0"/>
          <a:chOff x="0" y="0"/>
          <a:chExt cx="0" cy="0"/>
        </a:xfrm>
      </p:grpSpPr>
    </p:spTree>
    <p:extLst>
      <p:ext uri="{BB962C8B-B14F-4D97-AF65-F5344CB8AC3E}">
        <p14:creationId xmlns:p14="http://schemas.microsoft.com/office/powerpoint/2010/main" val="6838462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타이틀">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372532" y="508000"/>
            <a:ext cx="8466667" cy="4440519"/>
          </a:xfrm>
        </p:spPr>
        <p:txBody>
          <a:bodyPr>
            <a:normAutofit/>
          </a:bodyPr>
          <a:lstStyle>
            <a:lvl1pPr algn="ctr">
              <a:defRPr sz="7500" baseline="0">
                <a:ln w="12700">
                  <a:noFill/>
                </a:ln>
                <a:solidFill>
                  <a:schemeClr val="accent1"/>
                </a:solidFill>
                <a:effectLst/>
                <a:latin typeface="여기어때 잘난체" panose="020B0600000101010101" pitchFamily="50" charset="-127"/>
                <a:ea typeface="여기어때 잘난체" panose="020B0600000101010101" pitchFamily="50" charset="-127"/>
              </a:defRPr>
            </a:lvl1pPr>
          </a:lstStyle>
          <a:p>
            <a:r>
              <a:rPr lang="ko-KR" altLang="en-US" dirty="0"/>
              <a:t>여기</a:t>
            </a:r>
            <a:r>
              <a:rPr lang="en-US" altLang="ko-KR" dirty="0"/>
              <a:t/>
            </a:r>
            <a:br>
              <a:rPr lang="en-US" altLang="ko-KR" dirty="0"/>
            </a:br>
            <a:r>
              <a:rPr lang="ko-KR" altLang="en-US" dirty="0"/>
              <a:t>누가</a:t>
            </a:r>
            <a:endParaRPr lang="en-US" dirty="0"/>
          </a:p>
        </p:txBody>
      </p:sp>
    </p:spTree>
    <p:extLst>
      <p:ext uri="{BB962C8B-B14F-4D97-AF65-F5344CB8AC3E}">
        <p14:creationId xmlns:p14="http://schemas.microsoft.com/office/powerpoint/2010/main" val="6840553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타이틀">
    <p:spTree>
      <p:nvGrpSpPr>
        <p:cNvPr id="1" name=""/>
        <p:cNvGrpSpPr/>
        <p:nvPr/>
      </p:nvGrpSpPr>
      <p:grpSpPr>
        <a:xfrm>
          <a:off x="0" y="0"/>
          <a:ext cx="0" cy="0"/>
          <a:chOff x="0" y="0"/>
          <a:chExt cx="0" cy="0"/>
        </a:xfrm>
      </p:grpSpPr>
      <p:pic>
        <p:nvPicPr>
          <p:cNvPr id="3" name="그래픽 2">
            <a:extLst>
              <a:ext uri="{FF2B5EF4-FFF2-40B4-BE49-F238E27FC236}">
                <a16:creationId xmlns:a16="http://schemas.microsoft.com/office/drawing/2014/main" xmlns="" id="{47F366A6-F67A-9729-5C70-DCC8F1154623}"/>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1404492" y="4089118"/>
            <a:ext cx="6335016" cy="932246"/>
          </a:xfrm>
          <a:prstGeom prst="rect">
            <a:avLst/>
          </a:prstGeom>
        </p:spPr>
      </p:pic>
      <p:sp>
        <p:nvSpPr>
          <p:cNvPr id="6" name="Title 5"/>
          <p:cNvSpPr>
            <a:spLocks noGrp="1"/>
          </p:cNvSpPr>
          <p:nvPr>
            <p:ph type="title" hasCustomPrompt="1"/>
          </p:nvPr>
        </p:nvSpPr>
        <p:spPr>
          <a:xfrm>
            <a:off x="2040591" y="4289613"/>
            <a:ext cx="5062818" cy="658906"/>
          </a:xfrm>
        </p:spPr>
        <p:txBody>
          <a:bodyPr>
            <a:normAutofit/>
          </a:bodyPr>
          <a:lstStyle>
            <a:lvl1pPr algn="ctr">
              <a:defRPr sz="2500" baseline="0">
                <a:ln w="12700">
                  <a:noFill/>
                </a:ln>
                <a:solidFill>
                  <a:schemeClr val="accent1"/>
                </a:solidFill>
                <a:effectLst/>
                <a:latin typeface="여기어때 잘난체" panose="020B0600000101010101" pitchFamily="50" charset="-127"/>
                <a:ea typeface="여기어때 잘난체" panose="020B0600000101010101" pitchFamily="50" charset="-127"/>
              </a:defRPr>
            </a:lvl1pPr>
          </a:lstStyle>
          <a:p>
            <a:r>
              <a:rPr lang="ko-KR" altLang="en-US" dirty="0"/>
              <a:t>여기</a:t>
            </a:r>
            <a:r>
              <a:rPr lang="en-US" altLang="ko-KR" dirty="0"/>
              <a:t/>
            </a:r>
            <a:br>
              <a:rPr lang="en-US" altLang="ko-KR" dirty="0"/>
            </a:br>
            <a:r>
              <a:rPr lang="ko-KR" altLang="en-US" dirty="0"/>
              <a:t>누가</a:t>
            </a:r>
            <a:endParaRPr lang="en-US" dirty="0"/>
          </a:p>
        </p:txBody>
      </p:sp>
    </p:spTree>
    <p:extLst>
      <p:ext uri="{BB962C8B-B14F-4D97-AF65-F5344CB8AC3E}">
        <p14:creationId xmlns:p14="http://schemas.microsoft.com/office/powerpoint/2010/main" val="29758977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말씀제목2">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xmlns="" id="{4722E92D-A681-2DEC-B63A-437348A38F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451" y="3671887"/>
            <a:ext cx="8109098" cy="1443261"/>
          </a:xfrm>
          <a:prstGeom prst="rect">
            <a:avLst/>
          </a:prstGeom>
        </p:spPr>
      </p:pic>
      <p:sp>
        <p:nvSpPr>
          <p:cNvPr id="2" name="직사각형 1">
            <a:extLst>
              <a:ext uri="{FF2B5EF4-FFF2-40B4-BE49-F238E27FC236}">
                <a16:creationId xmlns:a16="http://schemas.microsoft.com/office/drawing/2014/main" xmlns="" id="{2B80167D-221B-A751-E50D-C5B94036185A}"/>
              </a:ext>
            </a:extLst>
          </p:cNvPr>
          <p:cNvSpPr/>
          <p:nvPr userDrawn="1"/>
        </p:nvSpPr>
        <p:spPr>
          <a:xfrm>
            <a:off x="1532586" y="4211392"/>
            <a:ext cx="6085268" cy="1609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a:ln>
                <a:noFill/>
              </a:ln>
              <a:solidFill>
                <a:prstClr val="white"/>
              </a:solidFill>
              <a:effectLst/>
              <a:uLnTx/>
              <a:uFillTx/>
              <a:latin typeface="Calibri"/>
              <a:ea typeface="맑은 고딕" panose="020B0503020000020004" pitchFamily="50" charset="-127"/>
              <a:cs typeface="+mn-cs"/>
            </a:endParaRPr>
          </a:p>
        </p:txBody>
      </p:sp>
      <p:sp>
        <p:nvSpPr>
          <p:cNvPr id="6" name="Title 5"/>
          <p:cNvSpPr>
            <a:spLocks noGrp="1"/>
          </p:cNvSpPr>
          <p:nvPr>
            <p:ph type="title" hasCustomPrompt="1"/>
          </p:nvPr>
        </p:nvSpPr>
        <p:spPr>
          <a:xfrm>
            <a:off x="2040591" y="4211392"/>
            <a:ext cx="5062818" cy="737127"/>
          </a:xfrm>
        </p:spPr>
        <p:txBody>
          <a:bodyPr>
            <a:normAutofit/>
          </a:bodyPr>
          <a:lstStyle>
            <a:lvl1pPr algn="ctr">
              <a:defRPr sz="2500" baseline="0">
                <a:ln w="12700">
                  <a:noFill/>
                </a:ln>
                <a:solidFill>
                  <a:schemeClr val="tx1"/>
                </a:solidFill>
                <a:effectLst/>
                <a:latin typeface="마루 부리OTF 굵은" panose="020B0600000101010101" pitchFamily="34" charset="-127"/>
                <a:ea typeface="마루 부리OTF 굵은" panose="020B0600000101010101" pitchFamily="34" charset="-127"/>
              </a:defRPr>
            </a:lvl1pPr>
          </a:lstStyle>
          <a:p>
            <a:r>
              <a:rPr lang="ko-KR" altLang="en-US"/>
              <a:t>여기에</a:t>
            </a:r>
            <a:endParaRPr lang="en-US" dirty="0"/>
          </a:p>
        </p:txBody>
      </p:sp>
      <p:pic>
        <p:nvPicPr>
          <p:cNvPr id="3" name="그림 2">
            <a:extLst>
              <a:ext uri="{FF2B5EF4-FFF2-40B4-BE49-F238E27FC236}">
                <a16:creationId xmlns:a16="http://schemas.microsoft.com/office/drawing/2014/main" xmlns="" id="{0CFEEEFD-7771-1831-A028-9EB709FCE4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7451" y="3650746"/>
            <a:ext cx="8109098" cy="1443261"/>
          </a:xfrm>
          <a:prstGeom prst="rect">
            <a:avLst/>
          </a:prstGeom>
        </p:spPr>
      </p:pic>
      <p:sp>
        <p:nvSpPr>
          <p:cNvPr id="5" name="Title 5">
            <a:extLst>
              <a:ext uri="{FF2B5EF4-FFF2-40B4-BE49-F238E27FC236}">
                <a16:creationId xmlns:a16="http://schemas.microsoft.com/office/drawing/2014/main" xmlns="" id="{EC342842-AB53-C0CE-BD5C-A74D4D794825}"/>
              </a:ext>
            </a:extLst>
          </p:cNvPr>
          <p:cNvSpPr txBox="1">
            <a:spLocks/>
          </p:cNvSpPr>
          <p:nvPr userDrawn="1"/>
        </p:nvSpPr>
        <p:spPr>
          <a:xfrm>
            <a:off x="2040591" y="4190251"/>
            <a:ext cx="5062818" cy="737127"/>
          </a:xfrm>
          <a:prstGeom prst="rect">
            <a:avLst/>
          </a:prstGeom>
        </p:spPr>
        <p:txBody>
          <a:bodyPr vert="horz" lIns="91416" tIns="45708" rIns="91416" bIns="45708" rtlCol="0" anchor="ctr">
            <a:normAutofit/>
          </a:bodyPr>
          <a:lstStyle>
            <a:lvl1pPr algn="ctr" defTabSz="685596" rtl="0" eaLnBrk="1" latinLnBrk="1" hangingPunct="1">
              <a:lnSpc>
                <a:spcPct val="90000"/>
              </a:lnSpc>
              <a:spcBef>
                <a:spcPct val="0"/>
              </a:spcBef>
              <a:buNone/>
              <a:defRPr sz="2500" kern="1200" baseline="0">
                <a:ln w="12700">
                  <a:noFill/>
                </a:ln>
                <a:solidFill>
                  <a:schemeClr val="tx1"/>
                </a:solidFill>
                <a:effectLst/>
                <a:latin typeface="마루 부리OTF 굵은" panose="020B0600000101010101" pitchFamily="34" charset="-127"/>
                <a:ea typeface="마루 부리OTF 굵은" panose="020B0600000101010101" pitchFamily="34" charset="-127"/>
                <a:cs typeface="+mj-cs"/>
              </a:defRPr>
            </a:lvl1pPr>
          </a:lstStyle>
          <a:p>
            <a:endParaRPr lang="en-US" dirty="0">
              <a:solidFill>
                <a:srgbClr val="6E5E12"/>
              </a:solidFill>
            </a:endParaRPr>
          </a:p>
        </p:txBody>
      </p:sp>
    </p:spTree>
    <p:extLst>
      <p:ext uri="{BB962C8B-B14F-4D97-AF65-F5344CB8AC3E}">
        <p14:creationId xmlns:p14="http://schemas.microsoft.com/office/powerpoint/2010/main" val="42237898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말씀제목2">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2040591" y="4211392"/>
            <a:ext cx="5062818" cy="737127"/>
          </a:xfrm>
        </p:spPr>
        <p:txBody>
          <a:bodyPr>
            <a:normAutofit/>
          </a:bodyPr>
          <a:lstStyle>
            <a:lvl1pPr algn="ctr">
              <a:defRPr sz="2500" baseline="0">
                <a:ln w="12700">
                  <a:noFill/>
                </a:ln>
                <a:solidFill>
                  <a:schemeClr val="tx1"/>
                </a:solidFill>
                <a:effectLst/>
                <a:latin typeface="마루 부리OTF 굵은" panose="020B0600000101010101" pitchFamily="34" charset="-127"/>
                <a:ea typeface="마루 부리OTF 굵은" panose="020B0600000101010101" pitchFamily="34" charset="-127"/>
              </a:defRPr>
            </a:lvl1pPr>
          </a:lstStyle>
          <a:p>
            <a:r>
              <a:rPr lang="ko-KR" altLang="en-US"/>
              <a:t>여기에</a:t>
            </a:r>
            <a:endParaRPr lang="en-US" dirty="0"/>
          </a:p>
        </p:txBody>
      </p:sp>
      <p:pic>
        <p:nvPicPr>
          <p:cNvPr id="3" name="그림 2">
            <a:extLst>
              <a:ext uri="{FF2B5EF4-FFF2-40B4-BE49-F238E27FC236}">
                <a16:creationId xmlns:a16="http://schemas.microsoft.com/office/drawing/2014/main" xmlns="" id="{0CFEEEFD-7771-1831-A028-9EB709FCE4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9208" y="3203240"/>
            <a:ext cx="8270063" cy="1940260"/>
          </a:xfrm>
          <a:prstGeom prst="rect">
            <a:avLst/>
          </a:prstGeom>
        </p:spPr>
      </p:pic>
      <p:sp>
        <p:nvSpPr>
          <p:cNvPr id="5" name="Title 5">
            <a:extLst>
              <a:ext uri="{FF2B5EF4-FFF2-40B4-BE49-F238E27FC236}">
                <a16:creationId xmlns:a16="http://schemas.microsoft.com/office/drawing/2014/main" xmlns="" id="{EC342842-AB53-C0CE-BD5C-A74D4D794825}"/>
              </a:ext>
            </a:extLst>
          </p:cNvPr>
          <p:cNvSpPr txBox="1">
            <a:spLocks/>
          </p:cNvSpPr>
          <p:nvPr userDrawn="1"/>
        </p:nvSpPr>
        <p:spPr>
          <a:xfrm>
            <a:off x="2113313" y="4033236"/>
            <a:ext cx="5062818" cy="737127"/>
          </a:xfrm>
          <a:prstGeom prst="rect">
            <a:avLst/>
          </a:prstGeom>
        </p:spPr>
        <p:txBody>
          <a:bodyPr vert="horz" lIns="91416" tIns="45708" rIns="91416" bIns="45708" rtlCol="0" anchor="ctr">
            <a:normAutofit/>
          </a:bodyPr>
          <a:lstStyle>
            <a:lvl1pPr algn="ctr" defTabSz="685596" rtl="0" eaLnBrk="1" latinLnBrk="1" hangingPunct="1">
              <a:lnSpc>
                <a:spcPct val="90000"/>
              </a:lnSpc>
              <a:spcBef>
                <a:spcPct val="0"/>
              </a:spcBef>
              <a:buNone/>
              <a:defRPr sz="2500" kern="1200" baseline="0">
                <a:ln w="12700">
                  <a:noFill/>
                </a:ln>
                <a:solidFill>
                  <a:schemeClr val="tx1"/>
                </a:solidFill>
                <a:effectLst/>
                <a:latin typeface="마루 부리OTF 굵은" panose="020B0600000101010101" pitchFamily="34" charset="-127"/>
                <a:ea typeface="마루 부리OTF 굵은" panose="020B0600000101010101" pitchFamily="34" charset="-127"/>
                <a:cs typeface="+mj-cs"/>
              </a:defRPr>
            </a:lvl1pPr>
          </a:lstStyle>
          <a:p>
            <a:endParaRPr lang="en-US" dirty="0">
              <a:solidFill>
                <a:srgbClr val="6E5E12"/>
              </a:solidFill>
            </a:endParaRPr>
          </a:p>
        </p:txBody>
      </p:sp>
    </p:spTree>
    <p:extLst>
      <p:ext uri="{BB962C8B-B14F-4D97-AF65-F5344CB8AC3E}">
        <p14:creationId xmlns:p14="http://schemas.microsoft.com/office/powerpoint/2010/main" val="16230648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뉴2줄">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xmlns="" id="{C52111F8-A157-AC02-4E0B-6E195ABD79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985" y="3854745"/>
            <a:ext cx="8495323" cy="1223109"/>
          </a:xfrm>
          <a:prstGeom prst="rect">
            <a:avLst/>
          </a:prstGeom>
        </p:spPr>
      </p:pic>
      <p:sp>
        <p:nvSpPr>
          <p:cNvPr id="6" name="Title 5"/>
          <p:cNvSpPr>
            <a:spLocks noGrp="1"/>
          </p:cNvSpPr>
          <p:nvPr>
            <p:ph type="title" hasCustomPrompt="1"/>
          </p:nvPr>
        </p:nvSpPr>
        <p:spPr>
          <a:xfrm>
            <a:off x="492369" y="3976577"/>
            <a:ext cx="8128000" cy="992372"/>
          </a:xfrm>
        </p:spPr>
        <p:txBody>
          <a:bodyPr>
            <a:normAutofit/>
          </a:bodyPr>
          <a:lstStyle>
            <a:lvl1pPr algn="ctr" latinLnBrk="0">
              <a:lnSpc>
                <a:spcPct val="100000"/>
              </a:lnSpc>
              <a:defRPr sz="2300" baseline="0">
                <a:ln w="12700">
                  <a:noFill/>
                </a:ln>
                <a:solidFill>
                  <a:schemeClr val="tx2">
                    <a:lumMod val="50000"/>
                  </a:schemeClr>
                </a:solidFill>
                <a:effectLst/>
                <a:latin typeface="HY견고딕" panose="02030600000101010101" pitchFamily="18" charset="-127"/>
                <a:ea typeface="HY견고딕" panose="02030600000101010101" pitchFamily="18" charset="-127"/>
              </a:defRPr>
            </a:lvl1pPr>
          </a:lstStyle>
          <a:p>
            <a:r>
              <a:rPr lang="ko-KR" altLang="en-US" dirty="0" err="1"/>
              <a:t>ㄴㅁㅇㄻㄴㅇㅇㅇㅇㅇㅇㅇㅇㅇㅇㅇㅇㅇㅇㅇㅇㅇㅇㅇㅇㅇㅇㅇㅇ글ㄴㅁㅇㄻㄴㅇㅇㅇㅇㅇㅇㅇㅇㅇㅇㅇㅇㅇㅇㅇㅇㅇㅇㅇㅇㅇㅇㅇㅇ글</a:t>
            </a:r>
            <a:endParaRPr lang="en-US" dirty="0"/>
          </a:p>
        </p:txBody>
      </p:sp>
      <p:sp>
        <p:nvSpPr>
          <p:cNvPr id="2" name="모서리가 둥근 직사각형 1">
            <a:extLst>
              <a:ext uri="{FF2B5EF4-FFF2-40B4-BE49-F238E27FC236}">
                <a16:creationId xmlns:a16="http://schemas.microsoft.com/office/drawing/2014/main" xmlns="" id="{E2EF2713-726B-C878-4415-FCF9EA8B7C1B}"/>
              </a:ext>
            </a:extLst>
          </p:cNvPr>
          <p:cNvSpPr/>
          <p:nvPr userDrawn="1"/>
        </p:nvSpPr>
        <p:spPr>
          <a:xfrm>
            <a:off x="357447" y="3549535"/>
            <a:ext cx="1720735" cy="365760"/>
          </a:xfrm>
          <a:prstGeom prst="round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1" lang="x-none" altLang="en-US" sz="1800" b="1" i="0" u="none" strike="noStrike" kern="1200" cap="none" spc="0" normalizeH="0" baseline="0" noProof="0" dirty="0">
              <a:ln>
                <a:noFill/>
              </a:ln>
              <a:solidFill>
                <a:prstClr val="black"/>
              </a:solidFill>
              <a:effectLst/>
              <a:uLnTx/>
              <a:uFillTx/>
              <a:latin typeface="맑은 고딕" panose="020B0503020000020004" pitchFamily="50" charset="-127"/>
              <a:ea typeface="+mn-ea"/>
              <a:cs typeface="+mn-cs"/>
            </a:endParaRPr>
          </a:p>
        </p:txBody>
      </p:sp>
      <p:sp>
        <p:nvSpPr>
          <p:cNvPr id="5" name="내용 개체 틀 4">
            <a:extLst>
              <a:ext uri="{FF2B5EF4-FFF2-40B4-BE49-F238E27FC236}">
                <a16:creationId xmlns:a16="http://schemas.microsoft.com/office/drawing/2014/main" xmlns="" id="{C8F3D7A0-A175-F4E4-ECC1-217A509A833E}"/>
              </a:ext>
            </a:extLst>
          </p:cNvPr>
          <p:cNvSpPr>
            <a:spLocks noGrp="1"/>
          </p:cNvSpPr>
          <p:nvPr>
            <p:ph sz="quarter" idx="10" hasCustomPrompt="1"/>
          </p:nvPr>
        </p:nvSpPr>
        <p:spPr>
          <a:xfrm>
            <a:off x="492369" y="3610099"/>
            <a:ext cx="1477963" cy="263525"/>
          </a:xfrm>
        </p:spPr>
        <p:txBody>
          <a:bodyPr/>
          <a:lstStyle>
            <a:lvl1pPr marL="0" indent="0" algn="ctr">
              <a:buNone/>
              <a:defRPr b="1"/>
            </a:lvl1pPr>
            <a:lvl5pPr algn="ctr">
              <a:defRPr b="1"/>
            </a:lvl5pPr>
          </a:lstStyle>
          <a:p>
            <a:pPr lvl="0"/>
            <a:r>
              <a:rPr kumimoji="1" lang="ko-KR" altLang="en-US" dirty="0"/>
              <a:t>성경구절</a:t>
            </a:r>
          </a:p>
          <a:p>
            <a:pPr lvl="4"/>
            <a:endParaRPr kumimoji="1" lang="x-none" altLang="en-US" dirty="0"/>
          </a:p>
        </p:txBody>
      </p:sp>
    </p:spTree>
    <p:extLst>
      <p:ext uri="{BB962C8B-B14F-4D97-AF65-F5344CB8AC3E}">
        <p14:creationId xmlns:p14="http://schemas.microsoft.com/office/powerpoint/2010/main" val="36983270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뉴2줄">
    <p:spTree>
      <p:nvGrpSpPr>
        <p:cNvPr id="1" name=""/>
        <p:cNvGrpSpPr/>
        <p:nvPr/>
      </p:nvGrpSpPr>
      <p:grpSpPr>
        <a:xfrm>
          <a:off x="0" y="0"/>
          <a:ext cx="0" cy="0"/>
          <a:chOff x="0" y="0"/>
          <a:chExt cx="0" cy="0"/>
        </a:xfrm>
      </p:grpSpPr>
      <p:sp>
        <p:nvSpPr>
          <p:cNvPr id="5" name="사각형: 둥근 모서리 4">
            <a:extLst>
              <a:ext uri="{FF2B5EF4-FFF2-40B4-BE49-F238E27FC236}">
                <a16:creationId xmlns:a16="http://schemas.microsoft.com/office/drawing/2014/main" xmlns="" id="{645A44C7-2E07-E8DE-E5FE-50657081D3E9}"/>
              </a:ext>
            </a:extLst>
          </p:cNvPr>
          <p:cNvSpPr/>
          <p:nvPr userDrawn="1"/>
        </p:nvSpPr>
        <p:spPr>
          <a:xfrm>
            <a:off x="251202" y="3876541"/>
            <a:ext cx="8691093" cy="1186276"/>
          </a:xfrm>
          <a:prstGeom prst="round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path path="circle">
              <a:fillToRect l="100000" t="100000"/>
            </a:path>
            <a:tileRect r="-100000" b="-100000"/>
          </a:gradFill>
          <a:ln>
            <a:noFill/>
          </a:ln>
          <a:effectLst>
            <a:outerShdw blurRad="50800" dist="38100" algn="l" rotWithShape="0">
              <a:prstClr val="black">
                <a:alpha val="40000"/>
              </a:prstClr>
            </a:outerShdw>
            <a:softEdge rad="31750"/>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dirty="0">
              <a:ln>
                <a:noFill/>
              </a:ln>
              <a:solidFill>
                <a:prstClr val="white"/>
              </a:solidFill>
              <a:effectLst/>
              <a:uLnTx/>
              <a:uFillTx/>
              <a:latin typeface="Calibri"/>
              <a:ea typeface="맑은 고딕" panose="020B0503020000020004" pitchFamily="50" charset="-127"/>
              <a:cs typeface="+mn-cs"/>
            </a:endParaRPr>
          </a:p>
        </p:txBody>
      </p:sp>
      <p:sp>
        <p:nvSpPr>
          <p:cNvPr id="6" name="Title 5"/>
          <p:cNvSpPr>
            <a:spLocks noGrp="1"/>
          </p:cNvSpPr>
          <p:nvPr>
            <p:ph type="title" hasCustomPrompt="1"/>
          </p:nvPr>
        </p:nvSpPr>
        <p:spPr>
          <a:xfrm>
            <a:off x="492369" y="3976577"/>
            <a:ext cx="8128000" cy="992372"/>
          </a:xfrm>
        </p:spPr>
        <p:txBody>
          <a:bodyPr>
            <a:normAutofit/>
          </a:bodyPr>
          <a:lstStyle>
            <a:lvl1pPr algn="ctr" latinLnBrk="0">
              <a:lnSpc>
                <a:spcPct val="100000"/>
              </a:lnSpc>
              <a:defRPr sz="2300" baseline="0">
                <a:ln w="12700">
                  <a:noFill/>
                </a:ln>
                <a:solidFill>
                  <a:schemeClr val="tx2">
                    <a:lumMod val="50000"/>
                  </a:schemeClr>
                </a:solidFill>
                <a:effectLst/>
                <a:latin typeface="HY견고딕" panose="02030600000101010101" pitchFamily="18" charset="-127"/>
                <a:ea typeface="HY견고딕" panose="02030600000101010101" pitchFamily="18" charset="-127"/>
              </a:defRPr>
            </a:lvl1pPr>
          </a:lstStyle>
          <a:p>
            <a:r>
              <a:rPr lang="ko-KR" altLang="en-US" dirty="0" err="1"/>
              <a:t>ㄴㅁㅇㄻㄴㅇㅇㅇㅇㅇㅇㅇㅇㅇㅇㅇㅇㅇㅇㅇㅇㅇㅇㅇㅇㅇㅇㅇㅇ글ㄴㅁㅇㄻㄴㅇㅇㅇㅇㅇㅇㅇㅇㅇㅇㅇㅇㅇㅇㅇㅇㅇㅇㅇㅇㅇㅇㅇㅇ글</a:t>
            </a:r>
            <a:endParaRPr lang="en-US" dirty="0"/>
          </a:p>
        </p:txBody>
      </p:sp>
    </p:spTree>
    <p:extLst>
      <p:ext uri="{BB962C8B-B14F-4D97-AF65-F5344CB8AC3E}">
        <p14:creationId xmlns:p14="http://schemas.microsoft.com/office/powerpoint/2010/main" val="235674652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97272D5-AC9D-04C6-8694-EE6F6BD00617}"/>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xmlns="" id="{C5451226-3E9C-591B-0BA8-0114FEDE6451}"/>
              </a:ext>
            </a:extLst>
          </p:cNvPr>
          <p:cNvSpPr>
            <a:spLocks noGrp="1"/>
          </p:cNvSpPr>
          <p:nvPr>
            <p:ph type="dt" sz="half" idx="10"/>
          </p:nvPr>
        </p:nvSpPr>
        <p:spPr/>
        <p:txBody>
          <a:bodyPr/>
          <a:lstStyle/>
          <a:p>
            <a:pPr marL="0" marR="0" lvl="0" indent="0" algn="l" defTabSz="685596" rtl="0" eaLnBrk="1" fontAlgn="auto" latinLnBrk="1" hangingPunct="1">
              <a:lnSpc>
                <a:spcPct val="100000"/>
              </a:lnSpc>
              <a:spcBef>
                <a:spcPts val="0"/>
              </a:spcBef>
              <a:spcAft>
                <a:spcPts val="0"/>
              </a:spcAft>
              <a:buClrTx/>
              <a:buSzTx/>
              <a:buFontTx/>
              <a:buNone/>
              <a:tabLst/>
              <a:defRPr/>
            </a:pPr>
            <a:fld id="{CD068C5D-B6AA-4A61-A794-053EEED8BB1F}" type="datetimeFigureOut">
              <a:rPr kumimoji="0" lang="ko-KR" altLang="en-US" sz="800" b="0" i="0" u="none" strike="noStrike" kern="1200" cap="none" spc="0" normalizeH="0" baseline="0" noProof="0" smtClean="0">
                <a:ln>
                  <a:noFill/>
                </a:ln>
                <a:solidFill>
                  <a:prstClr val="black">
                    <a:lumMod val="65000"/>
                    <a:lumOff val="35000"/>
                  </a:prstClr>
                </a:solidFill>
                <a:effectLst/>
                <a:uLnTx/>
                <a:uFillTx/>
                <a:latin typeface="Calibri"/>
                <a:ea typeface="맑은 고딕" panose="020B0503020000020004" pitchFamily="50" charset="-127"/>
                <a:cs typeface="+mn-cs"/>
              </a:rPr>
              <a:pPr marL="0" marR="0" lvl="0" indent="0" algn="l" defTabSz="685596" rtl="0" eaLnBrk="1" fontAlgn="auto" latinLnBrk="1" hangingPunct="1">
                <a:lnSpc>
                  <a:spcPct val="100000"/>
                </a:lnSpc>
                <a:spcBef>
                  <a:spcPts val="0"/>
                </a:spcBef>
                <a:spcAft>
                  <a:spcPts val="0"/>
                </a:spcAft>
                <a:buClrTx/>
                <a:buSzTx/>
                <a:buFontTx/>
                <a:buNone/>
                <a:tabLst/>
                <a:defRPr/>
              </a:pPr>
              <a:t>2026-07-22</a:t>
            </a:fld>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4" name="바닥글 개체 틀 3">
            <a:extLst>
              <a:ext uri="{FF2B5EF4-FFF2-40B4-BE49-F238E27FC236}">
                <a16:creationId xmlns:a16="http://schemas.microsoft.com/office/drawing/2014/main" xmlns="" id="{3883C1DF-E925-B339-F457-77F432877977}"/>
              </a:ext>
            </a:extLst>
          </p:cNvPr>
          <p:cNvSpPr>
            <a:spLocks noGrp="1"/>
          </p:cNvSpPr>
          <p:nvPr>
            <p:ph type="ftr" sz="quarter" idx="11"/>
          </p:nvPr>
        </p:nvSpPr>
        <p:spPr/>
        <p:txBody>
          <a:body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슬라이드 번호 개체 틀 4">
            <a:extLst>
              <a:ext uri="{FF2B5EF4-FFF2-40B4-BE49-F238E27FC236}">
                <a16:creationId xmlns:a16="http://schemas.microsoft.com/office/drawing/2014/main" xmlns="" id="{A39C5678-D466-F527-E1D4-A39EDB88B55C}"/>
              </a:ext>
            </a:extLst>
          </p:cNvPr>
          <p:cNvSpPr>
            <a:spLocks noGrp="1"/>
          </p:cNvSpPr>
          <p:nvPr>
            <p:ph type="sldNum" sz="quarter" idx="12"/>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4745F44B-4CEE-44B5-B330-2D44739D2DCA}" type="slidenum">
              <a:rPr kumimoji="0" lang="ko-KR" altLang="en-US"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ko-KR" altLang="en-US" sz="800" b="0" i="0" u="none" strike="noStrike" kern="1200" cap="none" spc="0" normalizeH="0" baseline="0" noProof="0" dirty="0">
              <a:ln>
                <a:noFill/>
              </a:ln>
              <a:solidFill>
                <a:prstClr val="black">
                  <a:tint val="75000"/>
                </a:prstClr>
              </a:solidFill>
              <a:effectLst/>
              <a:uLnTx/>
              <a:uFillTx/>
              <a:latin typeface="Calibri"/>
              <a:ea typeface="맑은 고딕" panose="020B0503020000020004" pitchFamily="50" charset="-127"/>
              <a:cs typeface="+mn-cs"/>
            </a:endParaRPr>
          </a:p>
        </p:txBody>
      </p:sp>
      <p:grpSp>
        <p:nvGrpSpPr>
          <p:cNvPr id="6" name="그룹 5">
            <a:extLst>
              <a:ext uri="{FF2B5EF4-FFF2-40B4-BE49-F238E27FC236}">
                <a16:creationId xmlns:a16="http://schemas.microsoft.com/office/drawing/2014/main" xmlns="" id="{7CE54076-D9D8-5CB9-9DA1-4B893A4CC690}"/>
              </a:ext>
            </a:extLst>
          </p:cNvPr>
          <p:cNvGrpSpPr/>
          <p:nvPr userDrawn="1"/>
        </p:nvGrpSpPr>
        <p:grpSpPr>
          <a:xfrm>
            <a:off x="86062" y="3593417"/>
            <a:ext cx="8966333" cy="1496470"/>
            <a:chOff x="32272" y="3496596"/>
            <a:chExt cx="8966333" cy="1496470"/>
          </a:xfrm>
        </p:grpSpPr>
        <p:sp>
          <p:nvSpPr>
            <p:cNvPr id="7" name="직사각형 6">
              <a:extLst>
                <a:ext uri="{FF2B5EF4-FFF2-40B4-BE49-F238E27FC236}">
                  <a16:creationId xmlns:a16="http://schemas.microsoft.com/office/drawing/2014/main" xmlns="" id="{025657EA-D49B-DA5A-895E-7BEBFAD23797}"/>
                </a:ext>
              </a:extLst>
            </p:cNvPr>
            <p:cNvSpPr/>
            <p:nvPr/>
          </p:nvSpPr>
          <p:spPr>
            <a:xfrm>
              <a:off x="145395" y="3587670"/>
              <a:ext cx="8853210" cy="1405396"/>
            </a:xfrm>
            <a:prstGeom prst="rect">
              <a:avLst/>
            </a:prstGeom>
            <a:solidFill>
              <a:srgbClr val="96D0E2"/>
            </a:solidFill>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dirty="0">
                <a:ln>
                  <a:noFill/>
                </a:ln>
                <a:solidFill>
                  <a:prstClr val="white"/>
                </a:solidFill>
                <a:effectLst/>
                <a:uLnTx/>
                <a:uFillTx/>
                <a:latin typeface="Calibri"/>
                <a:ea typeface="맑은 고딕" panose="020B0503020000020004" pitchFamily="50" charset="-127"/>
                <a:cs typeface="+mn-cs"/>
              </a:endParaRPr>
            </a:p>
          </p:txBody>
        </p:sp>
        <p:sp>
          <p:nvSpPr>
            <p:cNvPr id="8" name="직사각형 7">
              <a:extLst>
                <a:ext uri="{FF2B5EF4-FFF2-40B4-BE49-F238E27FC236}">
                  <a16:creationId xmlns:a16="http://schemas.microsoft.com/office/drawing/2014/main" xmlns="" id="{A9039E82-5386-37ED-F165-0F565B0A7215}"/>
                </a:ext>
              </a:extLst>
            </p:cNvPr>
            <p:cNvSpPr/>
            <p:nvPr/>
          </p:nvSpPr>
          <p:spPr>
            <a:xfrm>
              <a:off x="32272" y="3496596"/>
              <a:ext cx="8853210" cy="140539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2400" b="1" i="0" u="none" strike="noStrike" kern="1200" cap="none" spc="0" normalizeH="0" baseline="0" noProof="0" dirty="0">
                <a:ln>
                  <a:solidFill>
                    <a:prstClr val="white"/>
                  </a:solidFill>
                </a:ln>
                <a:solidFill>
                  <a:prstClr val="black"/>
                </a:solidFill>
                <a:effectLst/>
                <a:uLnTx/>
                <a:uFillTx/>
                <a:latin typeface="HY견고딕" panose="02030600000101010101" pitchFamily="18" charset="-127"/>
                <a:ea typeface="HY견고딕" panose="02030600000101010101" pitchFamily="18" charset="-127"/>
                <a:cs typeface="+mn-cs"/>
              </a:endParaRPr>
            </a:p>
          </p:txBody>
        </p:sp>
      </p:grpSp>
    </p:spTree>
    <p:extLst>
      <p:ext uri="{BB962C8B-B14F-4D97-AF65-F5344CB8AC3E}">
        <p14:creationId xmlns:p14="http://schemas.microsoft.com/office/powerpoint/2010/main" val="21857609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3_사용자 지정 레이아웃">
    <p:spTree>
      <p:nvGrpSpPr>
        <p:cNvPr id="1" name=""/>
        <p:cNvGrpSpPr/>
        <p:nvPr/>
      </p:nvGrpSpPr>
      <p:grpSpPr>
        <a:xfrm>
          <a:off x="0" y="0"/>
          <a:ext cx="0" cy="0"/>
          <a:chOff x="0" y="0"/>
          <a:chExt cx="0" cy="0"/>
        </a:xfrm>
      </p:grpSpPr>
      <p:sp>
        <p:nvSpPr>
          <p:cNvPr id="3" name="날짜 개체 틀 2">
            <a:extLst>
              <a:ext uri="{FF2B5EF4-FFF2-40B4-BE49-F238E27FC236}">
                <a16:creationId xmlns:a16="http://schemas.microsoft.com/office/drawing/2014/main" xmlns="" id="{79CCA2D3-3877-5ED8-F07C-3B9B0B833806}"/>
              </a:ext>
            </a:extLst>
          </p:cNvPr>
          <p:cNvSpPr>
            <a:spLocks noGrp="1"/>
          </p:cNvSpPr>
          <p:nvPr>
            <p:ph type="dt" sz="half" idx="10"/>
          </p:nvPr>
        </p:nvSpPr>
        <p:spPr/>
        <p:txBody>
          <a:bodyPr/>
          <a:lstStyle/>
          <a:p>
            <a:pPr marL="0" marR="0" lvl="0" indent="0" algn="l" defTabSz="685596" rtl="0" eaLnBrk="1" fontAlgn="auto" latinLnBrk="1" hangingPunct="1">
              <a:lnSpc>
                <a:spcPct val="100000"/>
              </a:lnSpc>
              <a:spcBef>
                <a:spcPts val="0"/>
              </a:spcBef>
              <a:spcAft>
                <a:spcPts val="0"/>
              </a:spcAft>
              <a:buClrTx/>
              <a:buSzTx/>
              <a:buFontTx/>
              <a:buNone/>
              <a:tabLst/>
              <a:defRPr/>
            </a:pPr>
            <a:fld id="{CD068C5D-B6AA-4A61-A794-053EEED8BB1F}" type="datetimeFigureOut">
              <a:rPr kumimoji="0" lang="ko-KR" altLang="en-US" sz="800" b="0" i="0" u="none" strike="noStrike" kern="1200" cap="none" spc="0" normalizeH="0" baseline="0" noProof="0" smtClean="0">
                <a:ln>
                  <a:noFill/>
                </a:ln>
                <a:solidFill>
                  <a:prstClr val="black">
                    <a:lumMod val="65000"/>
                    <a:lumOff val="35000"/>
                  </a:prstClr>
                </a:solidFill>
                <a:effectLst/>
                <a:uLnTx/>
                <a:uFillTx/>
                <a:latin typeface="Calibri"/>
                <a:ea typeface="맑은 고딕" panose="020B0503020000020004" pitchFamily="50" charset="-127"/>
                <a:cs typeface="+mn-cs"/>
              </a:rPr>
              <a:pPr marL="0" marR="0" lvl="0" indent="0" algn="l" defTabSz="685596" rtl="0" eaLnBrk="1" fontAlgn="auto" latinLnBrk="1" hangingPunct="1">
                <a:lnSpc>
                  <a:spcPct val="100000"/>
                </a:lnSpc>
                <a:spcBef>
                  <a:spcPts val="0"/>
                </a:spcBef>
                <a:spcAft>
                  <a:spcPts val="0"/>
                </a:spcAft>
                <a:buClrTx/>
                <a:buSzTx/>
                <a:buFontTx/>
                <a:buNone/>
                <a:tabLst/>
                <a:defRPr/>
              </a:pPr>
              <a:t>2026-07-22</a:t>
            </a:fld>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4" name="바닥글 개체 틀 3">
            <a:extLst>
              <a:ext uri="{FF2B5EF4-FFF2-40B4-BE49-F238E27FC236}">
                <a16:creationId xmlns:a16="http://schemas.microsoft.com/office/drawing/2014/main" xmlns="" id="{2004D26C-A02C-9718-279C-2813763C4DDE}"/>
              </a:ext>
            </a:extLst>
          </p:cNvPr>
          <p:cNvSpPr>
            <a:spLocks noGrp="1"/>
          </p:cNvSpPr>
          <p:nvPr>
            <p:ph type="ftr" sz="quarter" idx="11"/>
          </p:nvPr>
        </p:nvSpPr>
        <p:spPr/>
        <p:txBody>
          <a:body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슬라이드 번호 개체 틀 4">
            <a:extLst>
              <a:ext uri="{FF2B5EF4-FFF2-40B4-BE49-F238E27FC236}">
                <a16:creationId xmlns:a16="http://schemas.microsoft.com/office/drawing/2014/main" xmlns="" id="{074DE0C5-C473-15DE-98D2-06C8BF3CDC7C}"/>
              </a:ext>
            </a:extLst>
          </p:cNvPr>
          <p:cNvSpPr>
            <a:spLocks noGrp="1"/>
          </p:cNvSpPr>
          <p:nvPr>
            <p:ph type="sldNum" sz="quarter" idx="12"/>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4745F44B-4CEE-44B5-B330-2D44739D2DCA}" type="slidenum">
              <a:rPr kumimoji="0" lang="ko-KR" altLang="en-US"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ko-KR" altLang="en-US" sz="800" b="0" i="0" u="none" strike="noStrike" kern="1200" cap="none" spc="0" normalizeH="0" baseline="0" noProof="0" dirty="0">
              <a:ln>
                <a:noFill/>
              </a:ln>
              <a:solidFill>
                <a:prstClr val="black">
                  <a:tint val="75000"/>
                </a:prstClr>
              </a:solidFill>
              <a:effectLst/>
              <a:uLnTx/>
              <a:uFillTx/>
              <a:latin typeface="Calibri"/>
              <a:ea typeface="맑은 고딕" panose="020B0503020000020004" pitchFamily="50" charset="-127"/>
              <a:cs typeface="+mn-cs"/>
            </a:endParaRPr>
          </a:p>
        </p:txBody>
      </p:sp>
      <p:grpSp>
        <p:nvGrpSpPr>
          <p:cNvPr id="6" name="그룹 5">
            <a:extLst>
              <a:ext uri="{FF2B5EF4-FFF2-40B4-BE49-F238E27FC236}">
                <a16:creationId xmlns:a16="http://schemas.microsoft.com/office/drawing/2014/main" xmlns="" id="{26FFF469-36A6-16F2-7932-A836C575432A}"/>
              </a:ext>
            </a:extLst>
          </p:cNvPr>
          <p:cNvGrpSpPr/>
          <p:nvPr userDrawn="1"/>
        </p:nvGrpSpPr>
        <p:grpSpPr>
          <a:xfrm>
            <a:off x="320328" y="3722095"/>
            <a:ext cx="8619441" cy="1270378"/>
            <a:chOff x="320328" y="3722095"/>
            <a:chExt cx="8619441" cy="1270378"/>
          </a:xfrm>
        </p:grpSpPr>
        <p:sp>
          <p:nvSpPr>
            <p:cNvPr id="7" name="사각형: 잘린 대각선 방향 모서리 6">
              <a:extLst>
                <a:ext uri="{FF2B5EF4-FFF2-40B4-BE49-F238E27FC236}">
                  <a16:creationId xmlns:a16="http://schemas.microsoft.com/office/drawing/2014/main" xmlns="" id="{36AA551D-1AA4-58CA-807A-55459BD0BB25}"/>
                </a:ext>
              </a:extLst>
            </p:cNvPr>
            <p:cNvSpPr/>
            <p:nvPr/>
          </p:nvSpPr>
          <p:spPr>
            <a:xfrm>
              <a:off x="424238" y="3839063"/>
              <a:ext cx="8515531" cy="1153410"/>
            </a:xfrm>
            <a:prstGeom prst="snip2DiagRect">
              <a:avLst/>
            </a:prstGeom>
            <a:gradFill flip="none" rotWithShape="1">
              <a:gsLst>
                <a:gs pos="5000">
                  <a:srgbClr val="03D4A8"/>
                </a:gs>
                <a:gs pos="19000">
                  <a:srgbClr val="21D6E0"/>
                </a:gs>
                <a:gs pos="45000">
                  <a:srgbClr val="0087E6"/>
                </a:gs>
                <a:gs pos="100000">
                  <a:srgbClr val="005CBF"/>
                </a:gs>
              </a:gsLst>
              <a:lin ang="18900000" scaled="1"/>
              <a:tileRect/>
            </a:gradFill>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a:ln>
                  <a:noFill/>
                </a:ln>
                <a:solidFill>
                  <a:prstClr val="white"/>
                </a:solidFill>
                <a:effectLst/>
                <a:uLnTx/>
                <a:uFillTx/>
                <a:latin typeface="Calibri"/>
                <a:ea typeface="맑은 고딕" panose="020B0503020000020004" pitchFamily="50" charset="-127"/>
                <a:cs typeface="+mn-cs"/>
              </a:endParaRPr>
            </a:p>
          </p:txBody>
        </p:sp>
        <p:sp>
          <p:nvSpPr>
            <p:cNvPr id="8" name="사각형: 잘린 대각선 방향 모서리 7">
              <a:extLst>
                <a:ext uri="{FF2B5EF4-FFF2-40B4-BE49-F238E27FC236}">
                  <a16:creationId xmlns:a16="http://schemas.microsoft.com/office/drawing/2014/main" xmlns="" id="{69B2892E-F283-0770-3B91-678B5B703602}"/>
                </a:ext>
              </a:extLst>
            </p:cNvPr>
            <p:cNvSpPr/>
            <p:nvPr/>
          </p:nvSpPr>
          <p:spPr>
            <a:xfrm>
              <a:off x="320328" y="3722095"/>
              <a:ext cx="8515531" cy="1153410"/>
            </a:xfrm>
            <a:prstGeom prst="snip2Diag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2400" b="1" i="0" u="none" strike="noStrike" kern="1200" cap="none" spc="0" normalizeH="0" baseline="0" noProof="0" dirty="0">
                <a:ln>
                  <a:solidFill>
                    <a:prstClr val="white"/>
                  </a:solidFill>
                </a:ln>
                <a:solidFill>
                  <a:prstClr val="black"/>
                </a:solidFill>
                <a:effectLst/>
                <a:uLnTx/>
                <a:uFillTx/>
                <a:latin typeface="HY견고딕" panose="02030600000101010101" pitchFamily="18" charset="-127"/>
                <a:ea typeface="HY견고딕" panose="02030600000101010101" pitchFamily="18" charset="-127"/>
                <a:cs typeface="+mn-cs"/>
              </a:endParaRPr>
            </a:p>
          </p:txBody>
        </p:sp>
      </p:grpSp>
      <p:sp>
        <p:nvSpPr>
          <p:cNvPr id="2" name="제목 1">
            <a:extLst>
              <a:ext uri="{FF2B5EF4-FFF2-40B4-BE49-F238E27FC236}">
                <a16:creationId xmlns:a16="http://schemas.microsoft.com/office/drawing/2014/main" xmlns="" id="{B708FACF-9A29-D671-3E29-C2EB44A50C56}"/>
              </a:ext>
            </a:extLst>
          </p:cNvPr>
          <p:cNvSpPr>
            <a:spLocks noGrp="1"/>
          </p:cNvSpPr>
          <p:nvPr userDrawn="1">
            <p:ph type="title"/>
          </p:nvPr>
        </p:nvSpPr>
        <p:spPr>
          <a:xfrm>
            <a:off x="320328" y="3839063"/>
            <a:ext cx="8323040" cy="994172"/>
          </a:xfrm>
        </p:spPr>
        <p:txBody>
          <a:bodyPr>
            <a:normAutofit/>
          </a:bodyPr>
          <a:lstStyle>
            <a:lvl1pPr algn="ctr">
              <a:lnSpc>
                <a:spcPct val="100000"/>
              </a:lnSpc>
              <a:defRPr sz="2400" b="1">
                <a:latin typeface="+mn-ea"/>
                <a:ea typeface="+mn-ea"/>
              </a:defRPr>
            </a:lvl1pPr>
          </a:lstStyle>
          <a:p>
            <a:r>
              <a:rPr lang="ko-KR" altLang="en-US" dirty="0"/>
              <a:t>마스터 제목 스타일 편집</a:t>
            </a:r>
          </a:p>
        </p:txBody>
      </p:sp>
    </p:spTree>
    <p:extLst>
      <p:ext uri="{BB962C8B-B14F-4D97-AF65-F5344CB8AC3E}">
        <p14:creationId xmlns:p14="http://schemas.microsoft.com/office/powerpoint/2010/main" val="2020972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뉴2줄">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xmlns="" id="{54763280-5121-0ADF-E58C-ECCDA7950C62}"/>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11200"/>
                    </a14:imgEffect>
                    <a14:imgEffect>
                      <a14:saturation sat="191000"/>
                    </a14:imgEffect>
                  </a14:imgLayer>
                </a14:imgProps>
              </a:ext>
              <a:ext uri="{28A0092B-C50C-407E-A947-70E740481C1C}">
                <a14:useLocalDpi xmlns:a14="http://schemas.microsoft.com/office/drawing/2010/main" val="0"/>
              </a:ext>
            </a:extLst>
          </a:blip>
          <a:stretch>
            <a:fillRect/>
          </a:stretch>
        </p:blipFill>
        <p:spPr>
          <a:xfrm>
            <a:off x="114300" y="3860798"/>
            <a:ext cx="8915400" cy="1202217"/>
          </a:xfrm>
          <a:prstGeom prst="rect">
            <a:avLst/>
          </a:prstGeom>
          <a:noFill/>
        </p:spPr>
      </p:pic>
      <p:sp>
        <p:nvSpPr>
          <p:cNvPr id="6" name="Title 5"/>
          <p:cNvSpPr>
            <a:spLocks noGrp="1"/>
          </p:cNvSpPr>
          <p:nvPr>
            <p:ph type="title" hasCustomPrompt="1"/>
          </p:nvPr>
        </p:nvSpPr>
        <p:spPr>
          <a:xfrm>
            <a:off x="242888" y="3976577"/>
            <a:ext cx="8572499" cy="992372"/>
          </a:xfrm>
        </p:spPr>
        <p:txBody>
          <a:bodyPr>
            <a:normAutofit/>
          </a:bodyPr>
          <a:lstStyle>
            <a:lvl1pPr algn="ctr" latinLnBrk="0">
              <a:lnSpc>
                <a:spcPct val="100000"/>
              </a:lnSpc>
              <a:defRPr sz="2300" baseline="0">
                <a:ln w="12700">
                  <a:noFill/>
                </a:ln>
                <a:solidFill>
                  <a:schemeClr val="tx1"/>
                </a:solidFill>
                <a:effectLst/>
                <a:latin typeface="마루 부리OTF 굵은" panose="020B0600000101010101" pitchFamily="34" charset="-127"/>
                <a:ea typeface="마루 부리OTF 굵은" panose="020B0600000101010101" pitchFamily="34" charset="-127"/>
              </a:defRPr>
            </a:lvl1pPr>
          </a:lstStyle>
          <a:p>
            <a:r>
              <a:rPr lang="ko-KR" altLang="en-US" dirty="0" err="1"/>
              <a:t>글자ㄴㅇㄻㄴㄹㅇㅁ닝러ㅓㅣ그리지ㅓㅣㅁ넝림넝리ㅓㅁ닝럼닝런밍린마ㅓㅇ림ㄴㄹ이ㅏㅁㄴㄹ이ㅏㅓㅁㄴㅇ리ㅏㅓㅁ닝럼니ㅏㅓㅇ</a:t>
            </a:r>
            <a:endParaRPr lang="en-US" dirty="0"/>
          </a:p>
        </p:txBody>
      </p:sp>
    </p:spTree>
    <p:extLst>
      <p:ext uri="{BB962C8B-B14F-4D97-AF65-F5344CB8AC3E}">
        <p14:creationId xmlns:p14="http://schemas.microsoft.com/office/powerpoint/2010/main" val="213356992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5_뉴2줄">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xmlns="" id="{54763280-5121-0ADF-E58C-ECCDA7950C62}"/>
              </a:ext>
            </a:extLst>
          </p:cNvPr>
          <p:cNvPicPr>
            <a:picLocks noChangeAspect="1"/>
          </p:cNvPicPr>
          <p:nvPr userDrawn="1"/>
        </p:nvPicPr>
        <p:blipFill>
          <a:blip r:embed="rId2">
            <a:extLst>
              <a:ext uri="{BEBA8EAE-BF5A-486C-A8C5-ECC9F3942E4B}">
                <a14:imgProps xmlns:a14="http://schemas.microsoft.com/office/drawing/2010/main">
                  <a14:imgLayer r:embed="rId3">
                    <a14:imgEffect>
                      <a14:colorTemperature colorTemp="11200"/>
                    </a14:imgEffect>
                    <a14:imgEffect>
                      <a14:saturation sat="191000"/>
                    </a14:imgEffect>
                  </a14:imgLayer>
                </a14:imgProps>
              </a:ext>
              <a:ext uri="{28A0092B-C50C-407E-A947-70E740481C1C}">
                <a14:useLocalDpi xmlns:a14="http://schemas.microsoft.com/office/drawing/2010/main" val="0"/>
              </a:ext>
            </a:extLst>
          </a:blip>
          <a:stretch>
            <a:fillRect/>
          </a:stretch>
        </p:blipFill>
        <p:spPr>
          <a:xfrm>
            <a:off x="279918" y="3838172"/>
            <a:ext cx="8677469" cy="1202217"/>
          </a:xfrm>
          <a:prstGeom prst="rect">
            <a:avLst/>
          </a:prstGeom>
          <a:noFill/>
        </p:spPr>
      </p:pic>
      <p:sp>
        <p:nvSpPr>
          <p:cNvPr id="6" name="Title 5"/>
          <p:cNvSpPr>
            <a:spLocks noGrp="1"/>
          </p:cNvSpPr>
          <p:nvPr>
            <p:ph type="title" hasCustomPrompt="1"/>
          </p:nvPr>
        </p:nvSpPr>
        <p:spPr>
          <a:xfrm>
            <a:off x="1357313" y="3976577"/>
            <a:ext cx="6243637" cy="992372"/>
          </a:xfrm>
        </p:spPr>
        <p:txBody>
          <a:bodyPr>
            <a:normAutofit/>
          </a:bodyPr>
          <a:lstStyle>
            <a:lvl1pPr algn="ctr" latinLnBrk="0">
              <a:lnSpc>
                <a:spcPct val="100000"/>
              </a:lnSpc>
              <a:defRPr sz="2300" baseline="0">
                <a:ln w="12700">
                  <a:noFill/>
                </a:ln>
                <a:solidFill>
                  <a:srgbClr val="6E5E12"/>
                </a:solidFill>
                <a:effectLst/>
                <a:latin typeface="마루 부리OTF 굵은" panose="020B0600000101010101" pitchFamily="34" charset="-127"/>
                <a:ea typeface="마루 부리OTF 굵은" panose="020B0600000101010101" pitchFamily="34" charset="-127"/>
              </a:defRPr>
            </a:lvl1pPr>
          </a:lstStyle>
          <a:p>
            <a:r>
              <a:rPr lang="ko-KR" altLang="en-US" dirty="0" err="1"/>
              <a:t>글자ㄴㅇㄻㄴㄹㅇㅁ닝러ㅓㅣ그리지ㅓㅣㅁ넝림넝리ㅓㅁ닝럼닝런밍린마ㅓㅇ림ㄴㄹ이ㅏㅁㄴㄹ이ㅏㅓㅁㄴㅇ리ㅏㅓㅁ닝럼니ㅏㅓㅇ</a:t>
            </a:r>
            <a:endParaRPr lang="en-US" dirty="0"/>
          </a:p>
        </p:txBody>
      </p:sp>
    </p:spTree>
    <p:extLst>
      <p:ext uri="{BB962C8B-B14F-4D97-AF65-F5344CB8AC3E}">
        <p14:creationId xmlns:p14="http://schemas.microsoft.com/office/powerpoint/2010/main" val="28413924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뉴2줄">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xmlns="" id="{54763280-5121-0ADF-E58C-ECCDA7950C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200" y="3860798"/>
            <a:ext cx="8229600" cy="1202217"/>
          </a:xfrm>
          <a:prstGeom prst="rect">
            <a:avLst/>
          </a:prstGeom>
        </p:spPr>
      </p:pic>
      <p:sp>
        <p:nvSpPr>
          <p:cNvPr id="6" name="Title 5"/>
          <p:cNvSpPr>
            <a:spLocks noGrp="1"/>
          </p:cNvSpPr>
          <p:nvPr>
            <p:ph type="title" hasCustomPrompt="1"/>
          </p:nvPr>
        </p:nvSpPr>
        <p:spPr>
          <a:xfrm>
            <a:off x="2078891" y="3976577"/>
            <a:ext cx="6541477" cy="992372"/>
          </a:xfrm>
        </p:spPr>
        <p:txBody>
          <a:bodyPr>
            <a:normAutofit/>
          </a:bodyPr>
          <a:lstStyle>
            <a:lvl1pPr algn="ctr" latinLnBrk="0">
              <a:lnSpc>
                <a:spcPct val="100000"/>
              </a:lnSpc>
              <a:defRPr sz="2300" baseline="0">
                <a:ln w="12700">
                  <a:noFill/>
                </a:ln>
                <a:solidFill>
                  <a:srgbClr val="8585B5"/>
                </a:solidFill>
                <a:effectLst/>
                <a:latin typeface="HY견명조" panose="02030600000101010101" pitchFamily="18" charset="-127"/>
                <a:ea typeface="HY견명조" panose="02030600000101010101" pitchFamily="18" charset="-127"/>
              </a:defRPr>
            </a:lvl1pPr>
          </a:lstStyle>
          <a:p>
            <a:r>
              <a:rPr lang="ko-KR" altLang="en-US" dirty="0" err="1"/>
              <a:t>글자ㄴㅇㄻㄴㄹㅇㅁ닝러ㅓㅣ그리지ㅓㅣㅁ넝림넝리ㅓㅁ닝럼닝런밍린마ㅓㅇ림ㄴㄹ이ㅏㅁㄴㄹ이ㅏㅓㅁㄴㅇ리ㅏㅓㅁ닝럼니ㅏㅓㅇ</a:t>
            </a:r>
            <a:endParaRPr lang="en-US" dirty="0"/>
          </a:p>
        </p:txBody>
      </p:sp>
      <p:sp>
        <p:nvSpPr>
          <p:cNvPr id="5" name="내용 개체 틀 4">
            <a:extLst>
              <a:ext uri="{FF2B5EF4-FFF2-40B4-BE49-F238E27FC236}">
                <a16:creationId xmlns:a16="http://schemas.microsoft.com/office/drawing/2014/main" xmlns="" id="{C8F3D7A0-A175-F4E4-ECC1-217A509A833E}"/>
              </a:ext>
            </a:extLst>
          </p:cNvPr>
          <p:cNvSpPr>
            <a:spLocks noGrp="1"/>
          </p:cNvSpPr>
          <p:nvPr>
            <p:ph sz="quarter" idx="10" hasCustomPrompt="1"/>
          </p:nvPr>
        </p:nvSpPr>
        <p:spPr>
          <a:xfrm>
            <a:off x="600928" y="4194904"/>
            <a:ext cx="1477963" cy="1548090"/>
          </a:xfrm>
        </p:spPr>
        <p:txBody>
          <a:bodyPr/>
          <a:lstStyle>
            <a:lvl1pPr marL="0" indent="0" algn="ctr">
              <a:buNone/>
              <a:defRPr b="1">
                <a:solidFill>
                  <a:srgbClr val="8585B5"/>
                </a:solidFill>
                <a:latin typeface="HY견명조" panose="02030600000101010101" pitchFamily="18" charset="-127"/>
                <a:ea typeface="HY견명조" panose="02030600000101010101" pitchFamily="18" charset="-127"/>
              </a:defRPr>
            </a:lvl1pPr>
            <a:lvl5pPr algn="ctr">
              <a:defRPr b="1"/>
            </a:lvl5pPr>
          </a:lstStyle>
          <a:p>
            <a:pPr lvl="0"/>
            <a:r>
              <a:rPr kumimoji="1" lang="ko-KR" altLang="en-US" dirty="0"/>
              <a:t>성경구절</a:t>
            </a:r>
            <a:endParaRPr kumimoji="1" lang="en-US" altLang="ko-KR" dirty="0"/>
          </a:p>
        </p:txBody>
      </p:sp>
    </p:spTree>
    <p:extLst>
      <p:ext uri="{BB962C8B-B14F-4D97-AF65-F5344CB8AC3E}">
        <p14:creationId xmlns:p14="http://schemas.microsoft.com/office/powerpoint/2010/main" val="21263431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뉴2줄">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xmlns="" id="{54763280-5121-0ADF-E58C-ECCDA7950C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200" y="3860798"/>
            <a:ext cx="8229600" cy="1202217"/>
          </a:xfrm>
          <a:prstGeom prst="rect">
            <a:avLst/>
          </a:prstGeom>
        </p:spPr>
      </p:pic>
      <p:sp>
        <p:nvSpPr>
          <p:cNvPr id="6" name="Title 5"/>
          <p:cNvSpPr>
            <a:spLocks noGrp="1"/>
          </p:cNvSpPr>
          <p:nvPr>
            <p:ph type="title" hasCustomPrompt="1"/>
          </p:nvPr>
        </p:nvSpPr>
        <p:spPr>
          <a:xfrm>
            <a:off x="711201" y="3976577"/>
            <a:ext cx="7768491" cy="992372"/>
          </a:xfrm>
        </p:spPr>
        <p:txBody>
          <a:bodyPr>
            <a:normAutofit/>
          </a:bodyPr>
          <a:lstStyle>
            <a:lvl1pPr algn="ctr" latinLnBrk="0">
              <a:lnSpc>
                <a:spcPct val="100000"/>
              </a:lnSpc>
              <a:defRPr sz="2300" b="1" baseline="0">
                <a:ln w="12700">
                  <a:noFill/>
                </a:ln>
                <a:solidFill>
                  <a:schemeClr val="tx1"/>
                </a:solidFill>
                <a:effectLst/>
                <a:latin typeface="한컴 고딕" panose="02000500000000000000" pitchFamily="2" charset="-127"/>
                <a:ea typeface="한컴 고딕" panose="02000500000000000000" pitchFamily="2" charset="-127"/>
              </a:defRPr>
            </a:lvl1pPr>
          </a:lstStyle>
          <a:p>
            <a:r>
              <a:rPr lang="ko-KR" altLang="en-US" dirty="0" err="1"/>
              <a:t>글자ㄴㅇㄻㄴㄹㅇㅁ닝러ㅓㅣ그리지ㅓㅣㅁ넝림넝리ㅓㅁ닝럼닝런밍린마ㅓㅇ림ㄴㄹ이ㅏㅁㄴㄹ이ㅏㅓㅁㄴㅇ리ㅏㅓㅁ닝럼니ㅏㅓㅇ</a:t>
            </a:r>
            <a:endParaRPr lang="en-US" dirty="0"/>
          </a:p>
        </p:txBody>
      </p:sp>
    </p:spTree>
    <p:extLst>
      <p:ext uri="{BB962C8B-B14F-4D97-AF65-F5344CB8AC3E}">
        <p14:creationId xmlns:p14="http://schemas.microsoft.com/office/powerpoint/2010/main" val="35128717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두줄">
    <p:spTree>
      <p:nvGrpSpPr>
        <p:cNvPr id="1" name=""/>
        <p:cNvGrpSpPr/>
        <p:nvPr/>
      </p:nvGrpSpPr>
      <p:grpSpPr>
        <a:xfrm>
          <a:off x="0" y="0"/>
          <a:ext cx="0" cy="0"/>
          <a:chOff x="0" y="0"/>
          <a:chExt cx="0" cy="0"/>
        </a:xfrm>
      </p:grpSpPr>
      <p:sp>
        <p:nvSpPr>
          <p:cNvPr id="7" name="사각형: 둥근 모서리 6">
            <a:extLst>
              <a:ext uri="{FF2B5EF4-FFF2-40B4-BE49-F238E27FC236}">
                <a16:creationId xmlns:a16="http://schemas.microsoft.com/office/drawing/2014/main" xmlns="" id="{8298C73D-6D35-42DC-9AEE-084C74C3A5C6}"/>
              </a:ext>
            </a:extLst>
          </p:cNvPr>
          <p:cNvSpPr/>
          <p:nvPr userDrawn="1"/>
        </p:nvSpPr>
        <p:spPr>
          <a:xfrm>
            <a:off x="524785" y="4062333"/>
            <a:ext cx="8071569" cy="939039"/>
          </a:xfrm>
          <a:prstGeom prst="roundRect">
            <a:avLst>
              <a:gd name="adj" fmla="val 50000"/>
            </a:avLst>
          </a:prstGeom>
          <a:solidFill>
            <a:schemeClr val="bg1"/>
          </a:solidFill>
          <a:ln w="444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1" i="0" u="none" strike="noStrike" kern="1200" cap="none" spc="0" normalizeH="0" baseline="0" noProof="0">
              <a:ln w="6600">
                <a:solidFill>
                  <a:srgbClr val="ED7D31"/>
                </a:solidFill>
                <a:prstDash val="solid"/>
              </a:ln>
              <a:solidFill>
                <a:srgbClr val="FFFFFF"/>
              </a:solidFill>
              <a:effectLst>
                <a:outerShdw dist="38100" dir="2700000" algn="tl" rotWithShape="0">
                  <a:srgbClr val="ED7D31"/>
                </a:outerShdw>
              </a:effectLst>
              <a:uLnTx/>
              <a:uFillTx/>
              <a:latin typeface="Calibri"/>
              <a:ea typeface="맑은 고딕" panose="020B0503020000020004" pitchFamily="50" charset="-127"/>
              <a:cs typeface="+mn-cs"/>
            </a:endParaRPr>
          </a:p>
        </p:txBody>
      </p:sp>
      <p:sp>
        <p:nvSpPr>
          <p:cNvPr id="6" name="Title 5"/>
          <p:cNvSpPr>
            <a:spLocks noGrp="1"/>
          </p:cNvSpPr>
          <p:nvPr>
            <p:ph type="title" hasCustomPrompt="1"/>
          </p:nvPr>
        </p:nvSpPr>
        <p:spPr>
          <a:xfrm>
            <a:off x="524785" y="4062332"/>
            <a:ext cx="8071569" cy="939039"/>
          </a:xfrm>
        </p:spPr>
        <p:txBody>
          <a:bodyPr>
            <a:normAutofit/>
          </a:bodyPr>
          <a:lstStyle>
            <a:lvl1pPr algn="ctr">
              <a:defRPr sz="2500" baseline="0">
                <a:ln w="12700">
                  <a:noFill/>
                </a:ln>
                <a:solidFill>
                  <a:schemeClr val="tx1"/>
                </a:solidFill>
                <a:effectLst/>
                <a:latin typeface="여기어때 잘난체" panose="020B0600000101010101" pitchFamily="50" charset="-127"/>
                <a:ea typeface="여기어때 잘난체" panose="020B0600000101010101" pitchFamily="50" charset="-127"/>
              </a:defRPr>
            </a:lvl1pPr>
          </a:lstStyle>
          <a:p>
            <a:r>
              <a:rPr lang="ko-KR" altLang="en-US"/>
              <a:t>마스터 제목 스타일 편집</a:t>
            </a:r>
            <a:r>
              <a:rPr lang="en-US" altLang="ko-KR"/>
              <a:t/>
            </a:r>
            <a:br>
              <a:rPr lang="en-US" altLang="ko-KR"/>
            </a:br>
            <a:r>
              <a:rPr lang="ko-KR" altLang="en-US"/>
              <a:t>두줄입니다</a:t>
            </a:r>
            <a:endParaRPr lang="en-US"/>
          </a:p>
        </p:txBody>
      </p:sp>
    </p:spTree>
    <p:extLst>
      <p:ext uri="{BB962C8B-B14F-4D97-AF65-F5344CB8AC3E}">
        <p14:creationId xmlns:p14="http://schemas.microsoft.com/office/powerpoint/2010/main" val="19877367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세줄">
    <p:spTree>
      <p:nvGrpSpPr>
        <p:cNvPr id="1" name=""/>
        <p:cNvGrpSpPr/>
        <p:nvPr/>
      </p:nvGrpSpPr>
      <p:grpSpPr>
        <a:xfrm>
          <a:off x="0" y="0"/>
          <a:ext cx="0" cy="0"/>
          <a:chOff x="0" y="0"/>
          <a:chExt cx="0" cy="0"/>
        </a:xfrm>
      </p:grpSpPr>
      <p:sp>
        <p:nvSpPr>
          <p:cNvPr id="7" name="사각형: 둥근 모서리 6">
            <a:extLst>
              <a:ext uri="{FF2B5EF4-FFF2-40B4-BE49-F238E27FC236}">
                <a16:creationId xmlns:a16="http://schemas.microsoft.com/office/drawing/2014/main" xmlns="" id="{8298C73D-6D35-42DC-9AEE-084C74C3A5C6}"/>
              </a:ext>
            </a:extLst>
          </p:cNvPr>
          <p:cNvSpPr/>
          <p:nvPr userDrawn="1"/>
        </p:nvSpPr>
        <p:spPr>
          <a:xfrm>
            <a:off x="524785" y="3814011"/>
            <a:ext cx="8071569" cy="1187361"/>
          </a:xfrm>
          <a:prstGeom prst="roundRect">
            <a:avLst>
              <a:gd name="adj" fmla="val 50000"/>
            </a:avLst>
          </a:prstGeom>
          <a:solidFill>
            <a:schemeClr val="bg1"/>
          </a:solidFill>
          <a:ln w="444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1" i="0" u="none" strike="noStrike" kern="1200" cap="none" spc="0" normalizeH="0" baseline="0" noProof="0">
              <a:ln w="6600">
                <a:solidFill>
                  <a:srgbClr val="ED7D31"/>
                </a:solidFill>
                <a:prstDash val="solid"/>
              </a:ln>
              <a:solidFill>
                <a:srgbClr val="FFFFFF"/>
              </a:solidFill>
              <a:effectLst>
                <a:outerShdw dist="38100" dir="2700000" algn="tl" rotWithShape="0">
                  <a:srgbClr val="ED7D31"/>
                </a:outerShdw>
              </a:effectLst>
              <a:uLnTx/>
              <a:uFillTx/>
              <a:latin typeface="Calibri"/>
              <a:ea typeface="맑은 고딕" panose="020B0503020000020004" pitchFamily="50" charset="-127"/>
              <a:cs typeface="+mn-cs"/>
            </a:endParaRPr>
          </a:p>
        </p:txBody>
      </p:sp>
      <p:sp>
        <p:nvSpPr>
          <p:cNvPr id="6" name="Title 5"/>
          <p:cNvSpPr>
            <a:spLocks noGrp="1"/>
          </p:cNvSpPr>
          <p:nvPr>
            <p:ph type="title" hasCustomPrompt="1"/>
          </p:nvPr>
        </p:nvSpPr>
        <p:spPr>
          <a:xfrm>
            <a:off x="524785" y="4096752"/>
            <a:ext cx="8071569" cy="633908"/>
          </a:xfrm>
        </p:spPr>
        <p:txBody>
          <a:bodyPr>
            <a:noAutofit/>
          </a:bodyPr>
          <a:lstStyle>
            <a:lvl1pPr algn="ctr">
              <a:defRPr sz="2500">
                <a:ln w="12700">
                  <a:noFill/>
                </a:ln>
                <a:solidFill>
                  <a:schemeClr val="tx1"/>
                </a:solidFill>
                <a:effectLst/>
                <a:latin typeface="여기어때 잘난체" panose="020B0600000101010101" pitchFamily="50" charset="-127"/>
                <a:ea typeface="여기어때 잘난체" panose="020B0600000101010101" pitchFamily="50" charset="-127"/>
              </a:defRPr>
            </a:lvl1pPr>
          </a:lstStyle>
          <a:p>
            <a:r>
              <a:rPr lang="ko-KR" altLang="en-US"/>
              <a:t>마스터 제목 스타일 편집</a:t>
            </a:r>
            <a:r>
              <a:rPr lang="en-US" altLang="ko-KR"/>
              <a:t/>
            </a:r>
            <a:br>
              <a:rPr lang="en-US" altLang="ko-KR"/>
            </a:br>
            <a:r>
              <a:rPr lang="ko-KR" altLang="en-US"/>
              <a:t>두줄입니다</a:t>
            </a:r>
            <a:r>
              <a:rPr lang="en-US" altLang="ko-KR"/>
              <a:t/>
            </a:r>
            <a:br>
              <a:rPr lang="en-US" altLang="ko-KR"/>
            </a:br>
            <a:r>
              <a:rPr lang="ko-KR" altLang="en-US"/>
              <a:t>세줄</a:t>
            </a:r>
            <a:endParaRPr lang="en-US"/>
          </a:p>
        </p:txBody>
      </p:sp>
    </p:spTree>
    <p:extLst>
      <p:ext uri="{BB962C8B-B14F-4D97-AF65-F5344CB8AC3E}">
        <p14:creationId xmlns:p14="http://schemas.microsoft.com/office/powerpoint/2010/main" val="257771427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파란색_세줄">
    <p:spTree>
      <p:nvGrpSpPr>
        <p:cNvPr id="1" name=""/>
        <p:cNvGrpSpPr/>
        <p:nvPr/>
      </p:nvGrpSpPr>
      <p:grpSpPr>
        <a:xfrm>
          <a:off x="0" y="0"/>
          <a:ext cx="0" cy="0"/>
          <a:chOff x="0" y="0"/>
          <a:chExt cx="0" cy="0"/>
        </a:xfrm>
      </p:grpSpPr>
      <p:sp>
        <p:nvSpPr>
          <p:cNvPr id="7" name="사각형: 둥근 모서리 6">
            <a:extLst>
              <a:ext uri="{FF2B5EF4-FFF2-40B4-BE49-F238E27FC236}">
                <a16:creationId xmlns:a16="http://schemas.microsoft.com/office/drawing/2014/main" xmlns="" id="{8298C73D-6D35-42DC-9AEE-084C74C3A5C6}"/>
              </a:ext>
            </a:extLst>
          </p:cNvPr>
          <p:cNvSpPr/>
          <p:nvPr userDrawn="1"/>
        </p:nvSpPr>
        <p:spPr>
          <a:xfrm>
            <a:off x="524785" y="3814011"/>
            <a:ext cx="8071569" cy="1187361"/>
          </a:xfrm>
          <a:prstGeom prst="roundRect">
            <a:avLst>
              <a:gd name="adj" fmla="val 50000"/>
            </a:avLst>
          </a:prstGeom>
          <a:solidFill>
            <a:schemeClr val="bg1"/>
          </a:solidFill>
          <a:ln w="50800">
            <a:solidFill>
              <a:srgbClr val="669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1" i="0" u="none" strike="noStrike" kern="1200" cap="none" spc="0" normalizeH="0" baseline="0" noProof="0">
              <a:ln w="6600">
                <a:solidFill>
                  <a:srgbClr val="ED7D31"/>
                </a:solidFill>
                <a:prstDash val="solid"/>
              </a:ln>
              <a:solidFill>
                <a:srgbClr val="FFFFFF"/>
              </a:solidFill>
              <a:effectLst>
                <a:outerShdw dist="38100" dir="2700000" algn="tl" rotWithShape="0">
                  <a:srgbClr val="ED7D31"/>
                </a:outerShdw>
              </a:effectLst>
              <a:uLnTx/>
              <a:uFillTx/>
              <a:latin typeface="Calibri"/>
              <a:ea typeface="맑은 고딕" panose="020B0503020000020004" pitchFamily="50" charset="-127"/>
              <a:cs typeface="+mn-cs"/>
            </a:endParaRPr>
          </a:p>
        </p:txBody>
      </p:sp>
      <p:sp>
        <p:nvSpPr>
          <p:cNvPr id="6" name="Title 5"/>
          <p:cNvSpPr>
            <a:spLocks noGrp="1"/>
          </p:cNvSpPr>
          <p:nvPr>
            <p:ph type="title" hasCustomPrompt="1"/>
          </p:nvPr>
        </p:nvSpPr>
        <p:spPr>
          <a:xfrm>
            <a:off x="524785" y="4096752"/>
            <a:ext cx="8071569" cy="633908"/>
          </a:xfrm>
        </p:spPr>
        <p:txBody>
          <a:bodyPr>
            <a:noAutofit/>
          </a:bodyPr>
          <a:lstStyle>
            <a:lvl1pPr algn="ctr">
              <a:defRPr sz="2500">
                <a:ln w="12700">
                  <a:noFill/>
                </a:ln>
                <a:solidFill>
                  <a:schemeClr val="tx1"/>
                </a:solidFill>
                <a:effectLst/>
                <a:latin typeface="여기어때 잘난체" panose="020B0600000101010101" pitchFamily="50" charset="-127"/>
                <a:ea typeface="여기어때 잘난체" panose="020B0600000101010101" pitchFamily="50" charset="-127"/>
              </a:defRPr>
            </a:lvl1pPr>
          </a:lstStyle>
          <a:p>
            <a:r>
              <a:rPr lang="ko-KR" altLang="en-US"/>
              <a:t>마스터 제목 스타일 편집</a:t>
            </a:r>
            <a:r>
              <a:rPr lang="en-US" altLang="ko-KR"/>
              <a:t/>
            </a:r>
            <a:br>
              <a:rPr lang="en-US" altLang="ko-KR"/>
            </a:br>
            <a:r>
              <a:rPr lang="ko-KR" altLang="en-US"/>
              <a:t>두줄입니다</a:t>
            </a:r>
            <a:r>
              <a:rPr lang="en-US" altLang="ko-KR"/>
              <a:t/>
            </a:r>
            <a:br>
              <a:rPr lang="en-US" altLang="ko-KR"/>
            </a:br>
            <a:r>
              <a:rPr lang="ko-KR" altLang="en-US"/>
              <a:t>세줄</a:t>
            </a:r>
            <a:endParaRPr lang="en-US"/>
          </a:p>
        </p:txBody>
      </p:sp>
    </p:spTree>
    <p:extLst>
      <p:ext uri="{BB962C8B-B14F-4D97-AF65-F5344CB8AC3E}">
        <p14:creationId xmlns:p14="http://schemas.microsoft.com/office/powerpoint/2010/main" val="33654111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제목만">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xmlns="" id="{218D228D-0F29-44B7-8B3F-44E365D40635}"/>
              </a:ext>
            </a:extLst>
          </p:cNvPr>
          <p:cNvSpPr/>
          <p:nvPr userDrawn="1"/>
        </p:nvSpPr>
        <p:spPr>
          <a:xfrm>
            <a:off x="0" y="3692324"/>
            <a:ext cx="9144000" cy="1451176"/>
          </a:xfrm>
          <a:prstGeom prst="rect">
            <a:avLst/>
          </a:prstGeom>
          <a:gradFill>
            <a:gsLst>
              <a:gs pos="0">
                <a:schemeClr val="accent5">
                  <a:tint val="94000"/>
                  <a:satMod val="103000"/>
                  <a:lumMod val="102000"/>
                  <a:alpha val="50000"/>
                </a:schemeClr>
              </a:gs>
              <a:gs pos="50000">
                <a:schemeClr val="accent5">
                  <a:shade val="100000"/>
                  <a:satMod val="110000"/>
                  <a:lumMod val="100000"/>
                </a:schemeClr>
              </a:gs>
              <a:gs pos="100000">
                <a:schemeClr val="accent5">
                  <a:shade val="78000"/>
                  <a:satMod val="120000"/>
                  <a:lumMod val="99000"/>
                </a:schemeClr>
              </a:gs>
            </a:gsLst>
            <a:lin ang="10800000" scaled="0"/>
          </a:gradFill>
          <a:ln>
            <a:noFill/>
          </a:ln>
        </p:spPr>
        <p:style>
          <a:lnRef idx="1">
            <a:schemeClr val="accent5"/>
          </a:lnRef>
          <a:fillRef idx="3">
            <a:schemeClr val="accent5"/>
          </a:fillRef>
          <a:effectRef idx="2">
            <a:schemeClr val="accent5"/>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a:ln>
                <a:noFill/>
              </a:ln>
              <a:solidFill>
                <a:prstClr val="white"/>
              </a:solidFill>
              <a:effectLst/>
              <a:uLnTx/>
              <a:uFillTx/>
              <a:latin typeface="Calibri"/>
              <a:ea typeface="맑은 고딕" panose="020B0503020000020004" pitchFamily="50" charset="-127"/>
              <a:cs typeface="+mn-cs"/>
            </a:endParaRPr>
          </a:p>
        </p:txBody>
      </p:sp>
      <p:sp>
        <p:nvSpPr>
          <p:cNvPr id="3" name="Date Placeholder 2"/>
          <p:cNvSpPr>
            <a:spLocks noGrp="1"/>
          </p:cNvSpPr>
          <p:nvPr>
            <p:ph type="dt" sz="half" idx="10"/>
          </p:nvPr>
        </p:nvSpPr>
        <p:spPr/>
        <p:txBody>
          <a:bodyPr/>
          <a:lstStyle/>
          <a:p>
            <a:pPr marL="0" marR="0" lvl="0" indent="0" algn="l" defTabSz="685596" rtl="0" eaLnBrk="1" fontAlgn="auto" latinLnBrk="1" hangingPunct="1">
              <a:lnSpc>
                <a:spcPct val="100000"/>
              </a:lnSpc>
              <a:spcBef>
                <a:spcPts val="0"/>
              </a:spcBef>
              <a:spcAft>
                <a:spcPts val="0"/>
              </a:spcAft>
              <a:buClrTx/>
              <a:buSzTx/>
              <a:buFontTx/>
              <a:buNone/>
              <a:tabLst/>
              <a:defRPr/>
            </a:pPr>
            <a:fld id="{CD068C5D-B6AA-4A61-A794-053EEED8BB1F}" type="datetimeFigureOut">
              <a:rPr kumimoji="0" lang="ko-KR" altLang="en-US" sz="800" b="0" i="0" u="none" strike="noStrike" kern="1200" cap="none" spc="0" normalizeH="0" baseline="0" noProof="0" smtClean="0">
                <a:ln>
                  <a:noFill/>
                </a:ln>
                <a:solidFill>
                  <a:prstClr val="black">
                    <a:lumMod val="65000"/>
                    <a:lumOff val="35000"/>
                  </a:prstClr>
                </a:solidFill>
                <a:effectLst/>
                <a:uLnTx/>
                <a:uFillTx/>
                <a:latin typeface="Calibri"/>
                <a:ea typeface="맑은 고딕" panose="020B0503020000020004" pitchFamily="50" charset="-127"/>
                <a:cs typeface="+mn-cs"/>
              </a:rPr>
              <a:pPr marL="0" marR="0" lvl="0" indent="0" algn="l" defTabSz="685596" rtl="0" eaLnBrk="1" fontAlgn="auto" latinLnBrk="1" hangingPunct="1">
                <a:lnSpc>
                  <a:spcPct val="100000"/>
                </a:lnSpc>
                <a:spcBef>
                  <a:spcPts val="0"/>
                </a:spcBef>
                <a:spcAft>
                  <a:spcPts val="0"/>
                </a:spcAft>
                <a:buClrTx/>
                <a:buSzTx/>
                <a:buFontTx/>
                <a:buNone/>
                <a:tabLst/>
                <a:defRPr/>
              </a:pPr>
              <a:t>2026-07-22</a:t>
            </a:fld>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4" name="Footer Placeholder 3"/>
          <p:cNvSpPr>
            <a:spLocks noGrp="1"/>
          </p:cNvSpPr>
          <p:nvPr>
            <p:ph type="ftr" sz="quarter" idx="11"/>
          </p:nvPr>
        </p:nvSpPr>
        <p:spPr/>
        <p:txBody>
          <a:body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Slide Number Placeholder 4"/>
          <p:cNvSpPr>
            <a:spLocks noGrp="1"/>
          </p:cNvSpPr>
          <p:nvPr>
            <p:ph type="sldNum" sz="quarter" idx="12"/>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4745F44B-4CEE-44B5-B330-2D44739D2DCA}" type="slidenum">
              <a:rPr kumimoji="0" lang="ko-KR" altLang="en-US"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ko-KR" altLang="en-US" sz="800" b="0" i="0" u="none" strike="noStrike" kern="1200" cap="none" spc="0" normalizeH="0" baseline="0" noProof="0" dirty="0">
              <a:ln>
                <a:noFill/>
              </a:ln>
              <a:solidFill>
                <a:prstClr val="black">
                  <a:tint val="75000"/>
                </a:prstClr>
              </a:solidFill>
              <a:effectLst/>
              <a:uLnTx/>
              <a:uFillTx/>
              <a:latin typeface="Calibri"/>
              <a:ea typeface="맑은 고딕" panose="020B0503020000020004" pitchFamily="50" charset="-127"/>
              <a:cs typeface="+mn-cs"/>
            </a:endParaRPr>
          </a:p>
        </p:txBody>
      </p:sp>
      <p:sp>
        <p:nvSpPr>
          <p:cNvPr id="6" name="Title 5"/>
          <p:cNvSpPr>
            <a:spLocks noGrp="1"/>
          </p:cNvSpPr>
          <p:nvPr>
            <p:ph type="title" hasCustomPrompt="1"/>
          </p:nvPr>
        </p:nvSpPr>
        <p:spPr>
          <a:xfrm>
            <a:off x="275208" y="3920826"/>
            <a:ext cx="8584707" cy="994172"/>
          </a:xfrm>
        </p:spPr>
        <p:txBody>
          <a:bodyPr>
            <a:normAutofit/>
          </a:bodyPr>
          <a:lstStyle>
            <a:lvl1pPr>
              <a:defRPr sz="3600">
                <a:ln w="12700">
                  <a:solidFill>
                    <a:schemeClr val="tx1"/>
                  </a:solidFill>
                </a:ln>
                <a:solidFill>
                  <a:srgbClr val="FFFF00"/>
                </a:solidFill>
                <a:effectLst>
                  <a:outerShdw dist="50800" dir="2700000" algn="tl" rotWithShape="0">
                    <a:prstClr val="black"/>
                  </a:outerShdw>
                </a:effectLst>
                <a:latin typeface="여기어때 잘난체" panose="020B0600000101010101" pitchFamily="50" charset="-127"/>
                <a:ea typeface="여기어때 잘난체" panose="020B0600000101010101" pitchFamily="50" charset="-127"/>
              </a:defRPr>
            </a:lvl1pPr>
          </a:lstStyle>
          <a:p>
            <a:r>
              <a:rPr lang="ko-KR" altLang="en-US"/>
              <a:t>마스터 제목 스타일 편집</a:t>
            </a:r>
            <a:r>
              <a:rPr lang="en-US" altLang="ko-KR"/>
              <a:t/>
            </a:r>
            <a:br>
              <a:rPr lang="en-US" altLang="ko-KR"/>
            </a:br>
            <a:r>
              <a:rPr lang="ko-KR" altLang="en-US"/>
              <a:t>두줄입니다</a:t>
            </a:r>
            <a:endParaRPr lang="en-US"/>
          </a:p>
        </p:txBody>
      </p:sp>
      <p:pic>
        <p:nvPicPr>
          <p:cNvPr id="7" name="Google Shape;54;p13">
            <a:extLst>
              <a:ext uri="{FF2B5EF4-FFF2-40B4-BE49-F238E27FC236}">
                <a16:creationId xmlns:a16="http://schemas.microsoft.com/office/drawing/2014/main" xmlns="" id="{81A99780-E833-396A-B3F5-B1089A0A58E4}"/>
              </a:ext>
            </a:extLst>
          </p:cNvPr>
          <p:cNvPicPr preferRelativeResize="0"/>
          <p:nvPr userDrawn="1"/>
        </p:nvPicPr>
        <p:blipFill>
          <a:blip r:embed="rId2">
            <a:alphaModFix/>
          </a:blip>
          <a:stretch>
            <a:fillRect/>
          </a:stretch>
        </p:blipFill>
        <p:spPr>
          <a:xfrm>
            <a:off x="0" y="0"/>
            <a:ext cx="9144000" cy="5143500"/>
          </a:xfrm>
          <a:prstGeom prst="rect">
            <a:avLst/>
          </a:prstGeom>
          <a:noFill/>
          <a:ln>
            <a:noFill/>
          </a:ln>
        </p:spPr>
      </p:pic>
      <p:sp>
        <p:nvSpPr>
          <p:cNvPr id="8" name="Google Shape;55;p13">
            <a:extLst>
              <a:ext uri="{FF2B5EF4-FFF2-40B4-BE49-F238E27FC236}">
                <a16:creationId xmlns:a16="http://schemas.microsoft.com/office/drawing/2014/main" xmlns="" id="{6171F587-823D-10DB-25D4-D55344C8BFA9}"/>
              </a:ext>
            </a:extLst>
          </p:cNvPr>
          <p:cNvSpPr txBox="1"/>
          <p:nvPr userDrawn="1"/>
        </p:nvSpPr>
        <p:spPr>
          <a:xfrm>
            <a:off x="381975" y="2256100"/>
            <a:ext cx="4645800" cy="1523700"/>
          </a:xfrm>
          <a:prstGeom prst="rect">
            <a:avLst/>
          </a:prstGeom>
          <a:noFill/>
          <a:ln>
            <a:noFill/>
          </a:ln>
        </p:spPr>
        <p:txBody>
          <a:bodyPr spcFirstLastPara="1" wrap="square" lIns="91425" tIns="91425" rIns="91425" bIns="91425" anchor="t" anchorCtr="0">
            <a:spAutoFit/>
          </a:bodyPr>
          <a:lstStyle/>
          <a:p>
            <a:pPr marL="0" marR="0" lvl="0" indent="0" algn="ctr" defTabSz="685596" rtl="0" eaLnBrk="1" fontAlgn="auto" latinLnBrk="1" hangingPunct="1">
              <a:lnSpc>
                <a:spcPct val="100000"/>
              </a:lnSpc>
              <a:spcBef>
                <a:spcPts val="0"/>
              </a:spcBef>
              <a:spcAft>
                <a:spcPts val="0"/>
              </a:spcAft>
              <a:buClrTx/>
              <a:buSzTx/>
              <a:buFontTx/>
              <a:buNone/>
              <a:tabLst/>
              <a:defRPr/>
            </a:pPr>
            <a:r>
              <a:rPr kumimoji="0" lang="en" sz="8700" b="0" i="0" u="none" strike="noStrike" kern="1200" cap="none" spc="0" normalizeH="0" baseline="0" noProof="0" dirty="0">
                <a:ln>
                  <a:noFill/>
                </a:ln>
                <a:solidFill>
                  <a:srgbClr val="666666"/>
                </a:solidFill>
                <a:effectLst/>
                <a:uLnTx/>
                <a:uFillTx/>
                <a:latin typeface="잘풀리는하루 Medium" panose="02020603020101020101" pitchFamily="18" charset="-127"/>
                <a:ea typeface="잘풀리는하루 Medium" panose="02020603020101020101" pitchFamily="18" charset="-127"/>
                <a:cs typeface="Stylish"/>
                <a:sym typeface="Stylish"/>
              </a:rPr>
              <a:t>성경</a:t>
            </a:r>
            <a:r>
              <a:rPr kumimoji="0" lang="en" sz="8700" b="0" i="0" u="none" strike="noStrike" kern="1200" cap="none" spc="0" normalizeH="0" baseline="0" noProof="0" dirty="0">
                <a:ln>
                  <a:noFill/>
                </a:ln>
                <a:solidFill>
                  <a:srgbClr val="B7B7B7"/>
                </a:solidFill>
                <a:effectLst/>
                <a:uLnTx/>
                <a:uFillTx/>
                <a:latin typeface="잘풀리는하루 Medium" panose="02020603020101020101" pitchFamily="18" charset="-127"/>
                <a:ea typeface="잘풀리는하루 Medium" panose="02020603020101020101" pitchFamily="18" charset="-127"/>
                <a:cs typeface="Stylish"/>
                <a:sym typeface="Stylish"/>
              </a:rPr>
              <a:t>봉독</a:t>
            </a:r>
            <a:endParaRPr kumimoji="0" sz="8700" b="0" i="0" u="none" strike="noStrike" kern="1200" cap="none" spc="0" normalizeH="0" baseline="0" noProof="0" dirty="0">
              <a:ln>
                <a:noFill/>
              </a:ln>
              <a:solidFill>
                <a:srgbClr val="B7B7B7"/>
              </a:solidFill>
              <a:effectLst/>
              <a:uLnTx/>
              <a:uFillTx/>
              <a:latin typeface="잘풀리는하루 Medium" panose="02020603020101020101" pitchFamily="18" charset="-127"/>
              <a:ea typeface="잘풀리는하루 Medium" panose="02020603020101020101" pitchFamily="18" charset="-127"/>
              <a:cs typeface="Stylish"/>
              <a:sym typeface="Stylish"/>
            </a:endParaRPr>
          </a:p>
        </p:txBody>
      </p:sp>
      <p:sp>
        <p:nvSpPr>
          <p:cNvPr id="9" name="Google Shape;56;p13">
            <a:extLst>
              <a:ext uri="{FF2B5EF4-FFF2-40B4-BE49-F238E27FC236}">
                <a16:creationId xmlns:a16="http://schemas.microsoft.com/office/drawing/2014/main" xmlns="" id="{6E28C88E-592E-61EB-7DC8-A0B6694DCCEB}"/>
              </a:ext>
            </a:extLst>
          </p:cNvPr>
          <p:cNvSpPr txBox="1"/>
          <p:nvPr userDrawn="1"/>
        </p:nvSpPr>
        <p:spPr>
          <a:xfrm>
            <a:off x="1607725" y="3760050"/>
            <a:ext cx="2270400" cy="646500"/>
          </a:xfrm>
          <a:prstGeom prst="rect">
            <a:avLst/>
          </a:prstGeom>
          <a:noFill/>
          <a:ln>
            <a:noFill/>
          </a:ln>
        </p:spPr>
        <p:txBody>
          <a:bodyPr spcFirstLastPara="1" wrap="square" lIns="91425" tIns="91425" rIns="91425" bIns="91425" anchor="t" anchorCtr="0">
            <a:spAutoFit/>
          </a:bodyPr>
          <a:lstStyle/>
          <a:p>
            <a:pPr marL="0" marR="0" lvl="0" indent="0" algn="ctr" defTabSz="685596" rtl="0" eaLnBrk="1" fontAlgn="auto" latinLnBrk="1" hangingPunct="1">
              <a:lnSpc>
                <a:spcPct val="100000"/>
              </a:lnSpc>
              <a:spcBef>
                <a:spcPts val="0"/>
              </a:spcBef>
              <a:spcAft>
                <a:spcPts val="0"/>
              </a:spcAft>
              <a:buClrTx/>
              <a:buSzTx/>
              <a:buFontTx/>
              <a:buNone/>
              <a:tabLst/>
              <a:defRPr/>
            </a:pPr>
            <a:r>
              <a:rPr kumimoji="0" lang="en" sz="3000" b="0" i="0" u="none" strike="noStrike" kern="1200" cap="none" spc="0" normalizeH="0" baseline="0" noProof="0" dirty="0">
                <a:ln>
                  <a:noFill/>
                </a:ln>
                <a:solidFill>
                  <a:srgbClr val="CFE2F3"/>
                </a:solidFill>
                <a:effectLst/>
                <a:uLnTx/>
                <a:uFillTx/>
                <a:latin typeface="La Belle Aurore"/>
                <a:ea typeface="La Belle Aurore"/>
                <a:cs typeface="La Belle Aurore"/>
                <a:sym typeface="La Belle Aurore"/>
              </a:rPr>
              <a:t>Scripture</a:t>
            </a:r>
            <a:endParaRPr kumimoji="0" sz="3000" b="0" i="0" u="none" strike="noStrike" kern="1200" cap="none" spc="0" normalizeH="0" baseline="0" noProof="0" dirty="0">
              <a:ln>
                <a:noFill/>
              </a:ln>
              <a:solidFill>
                <a:srgbClr val="CFE2F3"/>
              </a:solidFill>
              <a:effectLst/>
              <a:uLnTx/>
              <a:uFillTx/>
              <a:latin typeface="La Belle Aurore"/>
              <a:ea typeface="La Belle Aurore"/>
              <a:cs typeface="La Belle Aurore"/>
              <a:sym typeface="La Belle Aurore"/>
            </a:endParaRPr>
          </a:p>
        </p:txBody>
      </p:sp>
      <p:pic>
        <p:nvPicPr>
          <p:cNvPr id="12" name="그래픽 11">
            <a:extLst>
              <a:ext uri="{FF2B5EF4-FFF2-40B4-BE49-F238E27FC236}">
                <a16:creationId xmlns:a16="http://schemas.microsoft.com/office/drawing/2014/main" xmlns="" id="{E6A04CE1-DBC9-076E-0069-94CBB1AB8EB9}"/>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1772825" y="600076"/>
            <a:ext cx="1618075" cy="510148"/>
          </a:xfrm>
          <a:prstGeom prst="rect">
            <a:avLst/>
          </a:prstGeom>
        </p:spPr>
      </p:pic>
      <p:pic>
        <p:nvPicPr>
          <p:cNvPr id="11" name="그림 10">
            <a:extLst>
              <a:ext uri="{FF2B5EF4-FFF2-40B4-BE49-F238E27FC236}">
                <a16:creationId xmlns:a16="http://schemas.microsoft.com/office/drawing/2014/main" xmlns="" id="{A1FF15C1-3222-1D3F-1C42-B9968D4B0A38}"/>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23150"/>
            <a:ext cx="9144000" cy="5097199"/>
          </a:xfrm>
          <a:prstGeom prst="rect">
            <a:avLst/>
          </a:prstGeom>
        </p:spPr>
      </p:pic>
    </p:spTree>
    <p:extLst>
      <p:ext uri="{BB962C8B-B14F-4D97-AF65-F5344CB8AC3E}">
        <p14:creationId xmlns:p14="http://schemas.microsoft.com/office/powerpoint/2010/main" val="280910706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흰색배경_제목만">
    <p:spTree>
      <p:nvGrpSpPr>
        <p:cNvPr id="1" name=""/>
        <p:cNvGrpSpPr/>
        <p:nvPr/>
      </p:nvGrpSpPr>
      <p:grpSpPr>
        <a:xfrm>
          <a:off x="0" y="0"/>
          <a:ext cx="0" cy="0"/>
          <a:chOff x="0" y="0"/>
          <a:chExt cx="0" cy="0"/>
        </a:xfrm>
      </p:grpSpPr>
      <p:pic>
        <p:nvPicPr>
          <p:cNvPr id="7" name="그림 6" descr="테이블, 크림, 실내, 플레이트이(가) 표시된 사진&#10;&#10;자동 생성된 설명">
            <a:extLst>
              <a:ext uri="{FF2B5EF4-FFF2-40B4-BE49-F238E27FC236}">
                <a16:creationId xmlns:a16="http://schemas.microsoft.com/office/drawing/2014/main" xmlns="" id="{97731FA9-9920-105C-B0BA-274063B0FA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xmlns="" id="{A9C5DC30-16E3-8381-A246-264134671955}"/>
              </a:ext>
            </a:extLst>
          </p:cNvPr>
          <p:cNvSpPr txBox="1"/>
          <p:nvPr userDrawn="1"/>
        </p:nvSpPr>
        <p:spPr>
          <a:xfrm>
            <a:off x="666750" y="1687129"/>
            <a:ext cx="6069608" cy="1200329"/>
          </a:xfrm>
          <a:prstGeom prst="rect">
            <a:avLst/>
          </a:prstGeom>
          <a:noFill/>
        </p:spPr>
        <p:txBody>
          <a:bodyPr wrap="square" rtlCol="0">
            <a:spAutoFit/>
          </a:bodyPr>
          <a:lstStyle/>
          <a:p>
            <a:pPr marL="0" marR="0" lvl="0" indent="0" algn="l" defTabSz="685596" rtl="0" eaLnBrk="1" fontAlgn="auto" latinLnBrk="1" hangingPunct="1">
              <a:lnSpc>
                <a:spcPct val="100000"/>
              </a:lnSpc>
              <a:spcBef>
                <a:spcPts val="0"/>
              </a:spcBef>
              <a:spcAft>
                <a:spcPts val="0"/>
              </a:spcAft>
              <a:buClrTx/>
              <a:buSzTx/>
              <a:buFontTx/>
              <a:buNone/>
              <a:tabLst/>
              <a:defRPr/>
            </a:pPr>
            <a:r>
              <a:rPr kumimoji="0" lang="ko-KR" altLang="en-US" sz="7200" b="0" i="0" u="none" strike="noStrike" kern="1200" cap="none" spc="0" normalizeH="0" baseline="0" noProof="0" dirty="0">
                <a:ln>
                  <a:noFill/>
                </a:ln>
                <a:solidFill>
                  <a:prstClr val="white"/>
                </a:solidFill>
                <a:effectLst/>
                <a:uLnTx/>
                <a:uFillTx/>
                <a:latin typeface="잘풀리는하루 Medium" panose="02020603020101020101" pitchFamily="18" charset="-127"/>
                <a:ea typeface="잘풀리는하루 Medium" panose="02020603020101020101" pitchFamily="18" charset="-127"/>
                <a:cs typeface="+mn-cs"/>
              </a:rPr>
              <a:t>환영합니다</a:t>
            </a:r>
            <a:r>
              <a:rPr kumimoji="0" lang="en-US" altLang="ko-KR" sz="7200" b="0" i="0" u="none" strike="noStrike" kern="1200" cap="none" spc="0" normalizeH="0" baseline="0" noProof="0" dirty="0">
                <a:ln>
                  <a:noFill/>
                </a:ln>
                <a:solidFill>
                  <a:prstClr val="white"/>
                </a:solidFill>
                <a:effectLst/>
                <a:uLnTx/>
                <a:uFillTx/>
                <a:latin typeface="잘풀리는하루 Medium" panose="02020603020101020101" pitchFamily="18" charset="-127"/>
                <a:ea typeface="잘풀리는하루 Medium" panose="02020603020101020101" pitchFamily="18" charset="-127"/>
                <a:cs typeface="+mn-cs"/>
              </a:rPr>
              <a:t>.</a:t>
            </a:r>
            <a:endParaRPr kumimoji="0" lang="ko-KR" altLang="en-US" sz="7200" b="0" i="0" u="none" strike="noStrike" kern="1200" cap="none" spc="0" normalizeH="0" baseline="0" noProof="0" dirty="0">
              <a:ln>
                <a:noFill/>
              </a:ln>
              <a:solidFill>
                <a:prstClr val="white"/>
              </a:solidFill>
              <a:effectLst/>
              <a:uLnTx/>
              <a:uFillTx/>
              <a:latin typeface="잘풀리는하루 Medium" panose="02020603020101020101" pitchFamily="18" charset="-127"/>
              <a:ea typeface="잘풀리는하루 Medium" panose="02020603020101020101" pitchFamily="18" charset="-127"/>
              <a:cs typeface="+mn-cs"/>
            </a:endParaRPr>
          </a:p>
        </p:txBody>
      </p:sp>
      <p:sp>
        <p:nvSpPr>
          <p:cNvPr id="9" name="TextBox 8">
            <a:extLst>
              <a:ext uri="{FF2B5EF4-FFF2-40B4-BE49-F238E27FC236}">
                <a16:creationId xmlns:a16="http://schemas.microsoft.com/office/drawing/2014/main" xmlns="" id="{F47E66BA-5326-480B-65D2-8EA63764AAE8}"/>
              </a:ext>
            </a:extLst>
          </p:cNvPr>
          <p:cNvSpPr txBox="1"/>
          <p:nvPr userDrawn="1"/>
        </p:nvSpPr>
        <p:spPr>
          <a:xfrm>
            <a:off x="902692" y="2916156"/>
            <a:ext cx="4926608" cy="646331"/>
          </a:xfrm>
          <a:prstGeom prst="rect">
            <a:avLst/>
          </a:prstGeom>
          <a:noFill/>
        </p:spPr>
        <p:txBody>
          <a:bodyPr wrap="square" rtlCol="0">
            <a:spAutoFit/>
          </a:bodyPr>
          <a:lstStyle/>
          <a:p>
            <a:pPr marL="0" marR="0" lvl="0" indent="0" algn="l" defTabSz="685596" rtl="0" eaLnBrk="1" fontAlgn="auto" latinLnBrk="1" hangingPunct="1">
              <a:lnSpc>
                <a:spcPct val="100000"/>
              </a:lnSpc>
              <a:spcBef>
                <a:spcPts val="0"/>
              </a:spcBef>
              <a:spcAft>
                <a:spcPts val="0"/>
              </a:spcAft>
              <a:buClrTx/>
              <a:buSzTx/>
              <a:buFontTx/>
              <a:buNone/>
              <a:tabLst/>
              <a:defRPr/>
            </a:pPr>
            <a:r>
              <a:rPr kumimoji="0" lang="en-US" altLang="ko-KR"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rPr>
              <a:t>You are most welcome</a:t>
            </a:r>
            <a:endParaRPr kumimoji="0" lang="ko-KR" altLang="en-US"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endParaRPr>
          </a:p>
        </p:txBody>
      </p:sp>
      <p:sp>
        <p:nvSpPr>
          <p:cNvPr id="10" name="TextBox 9">
            <a:extLst>
              <a:ext uri="{FF2B5EF4-FFF2-40B4-BE49-F238E27FC236}">
                <a16:creationId xmlns:a16="http://schemas.microsoft.com/office/drawing/2014/main" xmlns="" id="{B24B74D4-5BD1-A99D-F0F6-AD496DD8588D}"/>
              </a:ext>
            </a:extLst>
          </p:cNvPr>
          <p:cNvSpPr txBox="1"/>
          <p:nvPr userDrawn="1"/>
        </p:nvSpPr>
        <p:spPr>
          <a:xfrm>
            <a:off x="902692" y="3470154"/>
            <a:ext cx="4215408" cy="646331"/>
          </a:xfrm>
          <a:prstGeom prst="rect">
            <a:avLst/>
          </a:prstGeom>
          <a:noFill/>
        </p:spPr>
        <p:txBody>
          <a:bodyPr wrap="square" rtlCol="0">
            <a:spAutoFit/>
          </a:bodyPr>
          <a:lstStyle/>
          <a:p>
            <a:pPr marL="0" marR="0" lvl="0" indent="0" algn="l" defTabSz="685596" rtl="0" eaLnBrk="1" fontAlgn="auto" latinLnBrk="1" hangingPunct="1">
              <a:lnSpc>
                <a:spcPct val="100000"/>
              </a:lnSpc>
              <a:spcBef>
                <a:spcPts val="0"/>
              </a:spcBef>
              <a:spcAft>
                <a:spcPts val="0"/>
              </a:spcAft>
              <a:buClrTx/>
              <a:buSzTx/>
              <a:buFontTx/>
              <a:buNone/>
              <a:tabLst/>
              <a:defRPr/>
            </a:pPr>
            <a:r>
              <a:rPr kumimoji="0" lang="en-US" altLang="ko-KR"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rPr>
              <a:t>to our church</a:t>
            </a:r>
            <a:endParaRPr kumimoji="0" lang="ko-KR" altLang="en-US"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endParaRPr>
          </a:p>
        </p:txBody>
      </p:sp>
      <p:pic>
        <p:nvPicPr>
          <p:cNvPr id="3" name="그림 2">
            <a:extLst>
              <a:ext uri="{FF2B5EF4-FFF2-40B4-BE49-F238E27FC236}">
                <a16:creationId xmlns:a16="http://schemas.microsoft.com/office/drawing/2014/main" xmlns="" id="{1C3DE0A1-DBAB-6749-F7A1-DD469F5FA53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578" y="0"/>
            <a:ext cx="9253578" cy="5143500"/>
          </a:xfrm>
          <a:prstGeom prst="rect">
            <a:avLst/>
          </a:prstGeom>
        </p:spPr>
      </p:pic>
    </p:spTree>
    <p:extLst>
      <p:ext uri="{BB962C8B-B14F-4D97-AF65-F5344CB8AC3E}">
        <p14:creationId xmlns:p14="http://schemas.microsoft.com/office/powerpoint/2010/main" val="285550232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흰색배경_제목만">
    <p:spTree>
      <p:nvGrpSpPr>
        <p:cNvPr id="1" name=""/>
        <p:cNvGrpSpPr/>
        <p:nvPr/>
      </p:nvGrpSpPr>
      <p:grpSpPr>
        <a:xfrm>
          <a:off x="0" y="0"/>
          <a:ext cx="0" cy="0"/>
          <a:chOff x="0" y="0"/>
          <a:chExt cx="0" cy="0"/>
        </a:xfrm>
      </p:grpSpPr>
      <p:pic>
        <p:nvPicPr>
          <p:cNvPr id="7" name="그림 6" descr="테이블, 크림, 실내, 플레이트이(가) 표시된 사진&#10;&#10;자동 생성된 설명">
            <a:extLst>
              <a:ext uri="{FF2B5EF4-FFF2-40B4-BE49-F238E27FC236}">
                <a16:creationId xmlns:a16="http://schemas.microsoft.com/office/drawing/2014/main" xmlns="" id="{97731FA9-9920-105C-B0BA-274063B0FA8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xmlns="" id="{A9C5DC30-16E3-8381-A246-264134671955}"/>
              </a:ext>
            </a:extLst>
          </p:cNvPr>
          <p:cNvSpPr txBox="1"/>
          <p:nvPr userDrawn="1"/>
        </p:nvSpPr>
        <p:spPr>
          <a:xfrm>
            <a:off x="666750" y="1687129"/>
            <a:ext cx="6069608" cy="1200329"/>
          </a:xfrm>
          <a:prstGeom prst="rect">
            <a:avLst/>
          </a:prstGeom>
          <a:noFill/>
        </p:spPr>
        <p:txBody>
          <a:bodyPr wrap="square" rtlCol="0">
            <a:spAutoFit/>
          </a:bodyPr>
          <a:lstStyle/>
          <a:p>
            <a:pPr marL="0" marR="0" lvl="0" indent="0" algn="l" defTabSz="685596" rtl="0" eaLnBrk="1" fontAlgn="auto" latinLnBrk="1" hangingPunct="1">
              <a:lnSpc>
                <a:spcPct val="100000"/>
              </a:lnSpc>
              <a:spcBef>
                <a:spcPts val="0"/>
              </a:spcBef>
              <a:spcAft>
                <a:spcPts val="0"/>
              </a:spcAft>
              <a:buClrTx/>
              <a:buSzTx/>
              <a:buFontTx/>
              <a:buNone/>
              <a:tabLst/>
              <a:defRPr/>
            </a:pPr>
            <a:r>
              <a:rPr kumimoji="0" lang="ko-KR" altLang="en-US" sz="7200" b="0" i="0" u="none" strike="noStrike" kern="1200" cap="none" spc="0" normalizeH="0" baseline="0" noProof="0" dirty="0">
                <a:ln>
                  <a:noFill/>
                </a:ln>
                <a:solidFill>
                  <a:prstClr val="white"/>
                </a:solidFill>
                <a:effectLst/>
                <a:uLnTx/>
                <a:uFillTx/>
                <a:latin typeface="잘풀리는하루 Medium" panose="02020603020101020101" pitchFamily="18" charset="-127"/>
                <a:ea typeface="잘풀리는하루 Medium" panose="02020603020101020101" pitchFamily="18" charset="-127"/>
                <a:cs typeface="+mn-cs"/>
              </a:rPr>
              <a:t>환영합니다</a:t>
            </a:r>
            <a:r>
              <a:rPr kumimoji="0" lang="en-US" altLang="ko-KR" sz="7200" b="0" i="0" u="none" strike="noStrike" kern="1200" cap="none" spc="0" normalizeH="0" baseline="0" noProof="0" dirty="0">
                <a:ln>
                  <a:noFill/>
                </a:ln>
                <a:solidFill>
                  <a:prstClr val="white"/>
                </a:solidFill>
                <a:effectLst/>
                <a:uLnTx/>
                <a:uFillTx/>
                <a:latin typeface="잘풀리는하루 Medium" panose="02020603020101020101" pitchFamily="18" charset="-127"/>
                <a:ea typeface="잘풀리는하루 Medium" panose="02020603020101020101" pitchFamily="18" charset="-127"/>
                <a:cs typeface="+mn-cs"/>
              </a:rPr>
              <a:t>.</a:t>
            </a:r>
            <a:endParaRPr kumimoji="0" lang="ko-KR" altLang="en-US" sz="7200" b="0" i="0" u="none" strike="noStrike" kern="1200" cap="none" spc="0" normalizeH="0" baseline="0" noProof="0" dirty="0">
              <a:ln>
                <a:noFill/>
              </a:ln>
              <a:solidFill>
                <a:prstClr val="white"/>
              </a:solidFill>
              <a:effectLst/>
              <a:uLnTx/>
              <a:uFillTx/>
              <a:latin typeface="잘풀리는하루 Medium" panose="02020603020101020101" pitchFamily="18" charset="-127"/>
              <a:ea typeface="잘풀리는하루 Medium" panose="02020603020101020101" pitchFamily="18" charset="-127"/>
              <a:cs typeface="+mn-cs"/>
            </a:endParaRPr>
          </a:p>
        </p:txBody>
      </p:sp>
      <p:sp>
        <p:nvSpPr>
          <p:cNvPr id="9" name="TextBox 8">
            <a:extLst>
              <a:ext uri="{FF2B5EF4-FFF2-40B4-BE49-F238E27FC236}">
                <a16:creationId xmlns:a16="http://schemas.microsoft.com/office/drawing/2014/main" xmlns="" id="{F47E66BA-5326-480B-65D2-8EA63764AAE8}"/>
              </a:ext>
            </a:extLst>
          </p:cNvPr>
          <p:cNvSpPr txBox="1"/>
          <p:nvPr userDrawn="1"/>
        </p:nvSpPr>
        <p:spPr>
          <a:xfrm>
            <a:off x="902692" y="2916156"/>
            <a:ext cx="4926608" cy="646331"/>
          </a:xfrm>
          <a:prstGeom prst="rect">
            <a:avLst/>
          </a:prstGeom>
          <a:noFill/>
        </p:spPr>
        <p:txBody>
          <a:bodyPr wrap="square" rtlCol="0">
            <a:spAutoFit/>
          </a:bodyPr>
          <a:lstStyle/>
          <a:p>
            <a:pPr marL="0" marR="0" lvl="0" indent="0" algn="l" defTabSz="685596" rtl="0" eaLnBrk="1" fontAlgn="auto" latinLnBrk="1" hangingPunct="1">
              <a:lnSpc>
                <a:spcPct val="100000"/>
              </a:lnSpc>
              <a:spcBef>
                <a:spcPts val="0"/>
              </a:spcBef>
              <a:spcAft>
                <a:spcPts val="0"/>
              </a:spcAft>
              <a:buClrTx/>
              <a:buSzTx/>
              <a:buFontTx/>
              <a:buNone/>
              <a:tabLst/>
              <a:defRPr/>
            </a:pPr>
            <a:r>
              <a:rPr kumimoji="0" lang="en-US" altLang="ko-KR"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rPr>
              <a:t>You are most welcome</a:t>
            </a:r>
            <a:endParaRPr kumimoji="0" lang="ko-KR" altLang="en-US"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endParaRPr>
          </a:p>
        </p:txBody>
      </p:sp>
      <p:sp>
        <p:nvSpPr>
          <p:cNvPr id="10" name="TextBox 9">
            <a:extLst>
              <a:ext uri="{FF2B5EF4-FFF2-40B4-BE49-F238E27FC236}">
                <a16:creationId xmlns:a16="http://schemas.microsoft.com/office/drawing/2014/main" xmlns="" id="{B24B74D4-5BD1-A99D-F0F6-AD496DD8588D}"/>
              </a:ext>
            </a:extLst>
          </p:cNvPr>
          <p:cNvSpPr txBox="1"/>
          <p:nvPr userDrawn="1"/>
        </p:nvSpPr>
        <p:spPr>
          <a:xfrm>
            <a:off x="902692" y="3470154"/>
            <a:ext cx="4215408" cy="646331"/>
          </a:xfrm>
          <a:prstGeom prst="rect">
            <a:avLst/>
          </a:prstGeom>
          <a:noFill/>
        </p:spPr>
        <p:txBody>
          <a:bodyPr wrap="square" rtlCol="0">
            <a:spAutoFit/>
          </a:bodyPr>
          <a:lstStyle/>
          <a:p>
            <a:pPr marL="0" marR="0" lvl="0" indent="0" algn="l" defTabSz="685596" rtl="0" eaLnBrk="1" fontAlgn="auto" latinLnBrk="1" hangingPunct="1">
              <a:lnSpc>
                <a:spcPct val="100000"/>
              </a:lnSpc>
              <a:spcBef>
                <a:spcPts val="0"/>
              </a:spcBef>
              <a:spcAft>
                <a:spcPts val="0"/>
              </a:spcAft>
              <a:buClrTx/>
              <a:buSzTx/>
              <a:buFontTx/>
              <a:buNone/>
              <a:tabLst/>
              <a:defRPr/>
            </a:pPr>
            <a:r>
              <a:rPr kumimoji="0" lang="en-US" altLang="ko-KR"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rPr>
              <a:t>to our church</a:t>
            </a:r>
            <a:endParaRPr kumimoji="0" lang="ko-KR" altLang="en-US" sz="3600" b="0" i="0" u="none" strike="noStrike" kern="1200" cap="none" spc="0" normalizeH="0" baseline="0" noProof="0" dirty="0">
              <a:ln>
                <a:noFill/>
              </a:ln>
              <a:solidFill>
                <a:prstClr val="white"/>
              </a:solidFill>
              <a:effectLst/>
              <a:uLnTx/>
              <a:uFillTx/>
              <a:latin typeface="Dancing Script Medium" pitchFamily="2" charset="0"/>
              <a:ea typeface="나눔명조" panose="02020603020101020101" pitchFamily="18" charset="-127"/>
              <a:cs typeface="+mn-cs"/>
            </a:endParaRPr>
          </a:p>
        </p:txBody>
      </p:sp>
      <p:pic>
        <p:nvPicPr>
          <p:cNvPr id="3" name="그림 2">
            <a:extLst>
              <a:ext uri="{FF2B5EF4-FFF2-40B4-BE49-F238E27FC236}">
                <a16:creationId xmlns:a16="http://schemas.microsoft.com/office/drawing/2014/main" xmlns="" id="{1C3DE0A1-DBAB-6749-F7A1-DD469F5FA53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578" y="0"/>
            <a:ext cx="9253578" cy="5143500"/>
          </a:xfrm>
          <a:prstGeom prst="rect">
            <a:avLst/>
          </a:prstGeom>
        </p:spPr>
      </p:pic>
      <p:sp>
        <p:nvSpPr>
          <p:cNvPr id="2" name="사각형: 둥근 모서리 1">
            <a:extLst>
              <a:ext uri="{FF2B5EF4-FFF2-40B4-BE49-F238E27FC236}">
                <a16:creationId xmlns:a16="http://schemas.microsoft.com/office/drawing/2014/main" xmlns="" id="{052A5AFD-5ED3-6011-601A-19F9BE210235}"/>
              </a:ext>
            </a:extLst>
          </p:cNvPr>
          <p:cNvSpPr/>
          <p:nvPr userDrawn="1"/>
        </p:nvSpPr>
        <p:spPr>
          <a:xfrm>
            <a:off x="5266520" y="285750"/>
            <a:ext cx="3482788" cy="4572000"/>
          </a:xfrm>
          <a:prstGeom prst="roundRect">
            <a:avLst/>
          </a:prstGeom>
          <a:solidFill>
            <a:srgbClr val="F8F7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a:ln>
                <a:noFill/>
              </a:ln>
              <a:solidFill>
                <a:prstClr val="white"/>
              </a:solidFill>
              <a:effectLst/>
              <a:uLnTx/>
              <a:uFillTx/>
              <a:latin typeface="Calibri"/>
              <a:ea typeface="맑은 고딕" panose="020B0503020000020004" pitchFamily="50" charset="-127"/>
              <a:cs typeface="+mn-cs"/>
            </a:endParaRPr>
          </a:p>
        </p:txBody>
      </p:sp>
    </p:spTree>
    <p:extLst>
      <p:ext uri="{BB962C8B-B14F-4D97-AF65-F5344CB8AC3E}">
        <p14:creationId xmlns:p14="http://schemas.microsoft.com/office/powerpoint/2010/main" val="352970463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4_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B7F29D9A-B1D1-6A57-64E5-367B8529470A}"/>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xmlns="" id="{AA7A30CF-DA59-A43A-07F2-12612B3FA83A}"/>
              </a:ext>
            </a:extLst>
          </p:cNvPr>
          <p:cNvSpPr>
            <a:spLocks noGrp="1"/>
          </p:cNvSpPr>
          <p:nvPr>
            <p:ph type="dt" sz="half" idx="10"/>
          </p:nvPr>
        </p:nvSpPr>
        <p:spPr/>
        <p:txBody>
          <a:bodyPr/>
          <a:lstStyle/>
          <a:p>
            <a:pPr marL="0" marR="0" lvl="0" indent="0" algn="l" defTabSz="685596" rtl="0" eaLnBrk="1" fontAlgn="auto" latinLnBrk="1" hangingPunct="1">
              <a:lnSpc>
                <a:spcPct val="100000"/>
              </a:lnSpc>
              <a:spcBef>
                <a:spcPts val="0"/>
              </a:spcBef>
              <a:spcAft>
                <a:spcPts val="0"/>
              </a:spcAft>
              <a:buClrTx/>
              <a:buSzTx/>
              <a:buFontTx/>
              <a:buNone/>
              <a:tabLst/>
              <a:defRPr/>
            </a:pPr>
            <a:fld id="{CD068C5D-B6AA-4A61-A794-053EEED8BB1F}" type="datetimeFigureOut">
              <a:rPr kumimoji="0" lang="ko-KR" altLang="en-US" sz="800" b="0" i="0" u="none" strike="noStrike" kern="1200" cap="none" spc="0" normalizeH="0" baseline="0" noProof="0" smtClean="0">
                <a:ln>
                  <a:noFill/>
                </a:ln>
                <a:solidFill>
                  <a:prstClr val="black">
                    <a:lumMod val="65000"/>
                    <a:lumOff val="35000"/>
                  </a:prstClr>
                </a:solidFill>
                <a:effectLst/>
                <a:uLnTx/>
                <a:uFillTx/>
                <a:latin typeface="Calibri"/>
                <a:ea typeface="맑은 고딕" panose="020B0503020000020004" pitchFamily="50" charset="-127"/>
                <a:cs typeface="+mn-cs"/>
              </a:rPr>
              <a:pPr marL="0" marR="0" lvl="0" indent="0" algn="l" defTabSz="685596" rtl="0" eaLnBrk="1" fontAlgn="auto" latinLnBrk="1" hangingPunct="1">
                <a:lnSpc>
                  <a:spcPct val="100000"/>
                </a:lnSpc>
                <a:spcBef>
                  <a:spcPts val="0"/>
                </a:spcBef>
                <a:spcAft>
                  <a:spcPts val="0"/>
                </a:spcAft>
                <a:buClrTx/>
                <a:buSzTx/>
                <a:buFontTx/>
                <a:buNone/>
                <a:tabLst/>
                <a:defRPr/>
              </a:pPr>
              <a:t>2026-07-22</a:t>
            </a:fld>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4" name="바닥글 개체 틀 3">
            <a:extLst>
              <a:ext uri="{FF2B5EF4-FFF2-40B4-BE49-F238E27FC236}">
                <a16:creationId xmlns:a16="http://schemas.microsoft.com/office/drawing/2014/main" xmlns="" id="{67335F8D-07CD-6656-F237-38411BB6D9BA}"/>
              </a:ext>
            </a:extLst>
          </p:cNvPr>
          <p:cNvSpPr>
            <a:spLocks noGrp="1"/>
          </p:cNvSpPr>
          <p:nvPr>
            <p:ph type="ftr" sz="quarter" idx="11"/>
          </p:nvPr>
        </p:nvSpPr>
        <p:spPr/>
        <p:txBody>
          <a:body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슬라이드 번호 개체 틀 4">
            <a:extLst>
              <a:ext uri="{FF2B5EF4-FFF2-40B4-BE49-F238E27FC236}">
                <a16:creationId xmlns:a16="http://schemas.microsoft.com/office/drawing/2014/main" xmlns="" id="{83D17CE2-D043-9DD6-5C3D-67666EE61444}"/>
              </a:ext>
            </a:extLst>
          </p:cNvPr>
          <p:cNvSpPr>
            <a:spLocks noGrp="1"/>
          </p:cNvSpPr>
          <p:nvPr>
            <p:ph type="sldNum" sz="quarter" idx="12"/>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4745F44B-4CEE-44B5-B330-2D44739D2DCA}" type="slidenum">
              <a:rPr kumimoji="0" lang="ko-KR" altLang="en-US"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ko-KR" altLang="en-US" sz="800" b="0" i="0" u="none" strike="noStrike" kern="1200" cap="none" spc="0" normalizeH="0" baseline="0" noProof="0" dirty="0">
              <a:ln>
                <a:noFill/>
              </a:ln>
              <a:solidFill>
                <a:prstClr val="black">
                  <a:tint val="75000"/>
                </a:prstClr>
              </a:solidFill>
              <a:effectLst/>
              <a:uLnTx/>
              <a:uFillTx/>
              <a:latin typeface="Calibri"/>
              <a:ea typeface="맑은 고딕" panose="020B0503020000020004" pitchFamily="50" charset="-127"/>
              <a:cs typeface="+mn-cs"/>
            </a:endParaRPr>
          </a:p>
        </p:txBody>
      </p:sp>
      <p:pic>
        <p:nvPicPr>
          <p:cNvPr id="7" name="그림 6">
            <a:extLst>
              <a:ext uri="{FF2B5EF4-FFF2-40B4-BE49-F238E27FC236}">
                <a16:creationId xmlns:a16="http://schemas.microsoft.com/office/drawing/2014/main" xmlns="" id="{EB8BB223-6A18-59A1-652B-1B5BDD3E920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117"/>
            <a:ext cx="9144000" cy="5137265"/>
          </a:xfrm>
          <a:prstGeom prst="rect">
            <a:avLst/>
          </a:prstGeom>
        </p:spPr>
      </p:pic>
    </p:spTree>
    <p:extLst>
      <p:ext uri="{BB962C8B-B14F-4D97-AF65-F5344CB8AC3E}">
        <p14:creationId xmlns:p14="http://schemas.microsoft.com/office/powerpoint/2010/main" val="281432168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_사용자 지정 레이아웃">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CE71B7FB-9A6F-F9E8-D3A0-DEB211317A01}"/>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xmlns="" id="{60268F5C-B4B3-C33A-DED6-54D3F82FAC27}"/>
              </a:ext>
            </a:extLst>
          </p:cNvPr>
          <p:cNvSpPr>
            <a:spLocks noGrp="1"/>
          </p:cNvSpPr>
          <p:nvPr>
            <p:ph type="dt" sz="half" idx="10"/>
          </p:nvPr>
        </p:nvSpPr>
        <p:spPr/>
        <p:txBody>
          <a:bodyPr/>
          <a:lstStyle/>
          <a:p>
            <a:pPr marL="0" marR="0" lvl="0" indent="0" algn="l" defTabSz="685596" rtl="0" eaLnBrk="1" fontAlgn="auto" latinLnBrk="1" hangingPunct="1">
              <a:lnSpc>
                <a:spcPct val="100000"/>
              </a:lnSpc>
              <a:spcBef>
                <a:spcPts val="0"/>
              </a:spcBef>
              <a:spcAft>
                <a:spcPts val="0"/>
              </a:spcAft>
              <a:buClrTx/>
              <a:buSzTx/>
              <a:buFontTx/>
              <a:buNone/>
              <a:tabLst/>
              <a:defRPr/>
            </a:pPr>
            <a:fld id="{CD068C5D-B6AA-4A61-A794-053EEED8BB1F}" type="datetimeFigureOut">
              <a:rPr kumimoji="0" lang="ko-KR" altLang="en-US" sz="800" b="0" i="0" u="none" strike="noStrike" kern="1200" cap="none" spc="0" normalizeH="0" baseline="0" noProof="0" smtClean="0">
                <a:ln>
                  <a:noFill/>
                </a:ln>
                <a:solidFill>
                  <a:prstClr val="black">
                    <a:lumMod val="65000"/>
                    <a:lumOff val="35000"/>
                  </a:prstClr>
                </a:solidFill>
                <a:effectLst/>
                <a:uLnTx/>
                <a:uFillTx/>
                <a:latin typeface="Calibri"/>
                <a:ea typeface="맑은 고딕" panose="020B0503020000020004" pitchFamily="50" charset="-127"/>
                <a:cs typeface="+mn-cs"/>
              </a:rPr>
              <a:pPr marL="0" marR="0" lvl="0" indent="0" algn="l" defTabSz="685596" rtl="0" eaLnBrk="1" fontAlgn="auto" latinLnBrk="1" hangingPunct="1">
                <a:lnSpc>
                  <a:spcPct val="100000"/>
                </a:lnSpc>
                <a:spcBef>
                  <a:spcPts val="0"/>
                </a:spcBef>
                <a:spcAft>
                  <a:spcPts val="0"/>
                </a:spcAft>
                <a:buClrTx/>
                <a:buSzTx/>
                <a:buFontTx/>
                <a:buNone/>
                <a:tabLst/>
                <a:defRPr/>
              </a:pPr>
              <a:t>2026-07-22</a:t>
            </a:fld>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4" name="바닥글 개체 틀 3">
            <a:extLst>
              <a:ext uri="{FF2B5EF4-FFF2-40B4-BE49-F238E27FC236}">
                <a16:creationId xmlns:a16="http://schemas.microsoft.com/office/drawing/2014/main" xmlns="" id="{C232325A-B552-0D61-1799-93C1096355AB}"/>
              </a:ext>
            </a:extLst>
          </p:cNvPr>
          <p:cNvSpPr>
            <a:spLocks noGrp="1"/>
          </p:cNvSpPr>
          <p:nvPr>
            <p:ph type="ftr" sz="quarter" idx="11"/>
          </p:nvPr>
        </p:nvSpPr>
        <p:spPr/>
        <p:txBody>
          <a:body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슬라이드 번호 개체 틀 4">
            <a:extLst>
              <a:ext uri="{FF2B5EF4-FFF2-40B4-BE49-F238E27FC236}">
                <a16:creationId xmlns:a16="http://schemas.microsoft.com/office/drawing/2014/main" xmlns="" id="{D8723B46-6B04-1BEE-106F-4D53D6F280C8}"/>
              </a:ext>
            </a:extLst>
          </p:cNvPr>
          <p:cNvSpPr>
            <a:spLocks noGrp="1"/>
          </p:cNvSpPr>
          <p:nvPr>
            <p:ph type="sldNum" sz="quarter" idx="12"/>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4745F44B-4CEE-44B5-B330-2D44739D2DCA}" type="slidenum">
              <a:rPr kumimoji="0" lang="ko-KR" altLang="en-US"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ko-KR" altLang="en-US" sz="800" b="0" i="0" u="none" strike="noStrike" kern="1200" cap="none" spc="0" normalizeH="0" baseline="0" noProof="0" dirty="0">
              <a:ln>
                <a:noFill/>
              </a:ln>
              <a:solidFill>
                <a:prstClr val="black">
                  <a:tint val="75000"/>
                </a:prstClr>
              </a:solidFill>
              <a:effectLst/>
              <a:uLnTx/>
              <a:uFillTx/>
              <a:latin typeface="Calibri"/>
              <a:ea typeface="맑은 고딕" panose="020B0503020000020004" pitchFamily="50" charset="-127"/>
              <a:cs typeface="+mn-cs"/>
            </a:endParaRPr>
          </a:p>
        </p:txBody>
      </p:sp>
      <p:pic>
        <p:nvPicPr>
          <p:cNvPr id="7" name="그림 6">
            <a:extLst>
              <a:ext uri="{FF2B5EF4-FFF2-40B4-BE49-F238E27FC236}">
                <a16:creationId xmlns:a16="http://schemas.microsoft.com/office/drawing/2014/main" xmlns="" id="{CA5E38B4-DD76-1ADE-C555-0B45FFE128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62652689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xmlns="" id="{6983E678-2F7D-6DDE-2700-63E056FA9E1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39837046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사용자 지정 레이아웃">
    <p:spTree>
      <p:nvGrpSpPr>
        <p:cNvPr id="1" name=""/>
        <p:cNvGrpSpPr/>
        <p:nvPr/>
      </p:nvGrpSpPr>
      <p:grpSpPr>
        <a:xfrm>
          <a:off x="0" y="0"/>
          <a:ext cx="0" cy="0"/>
          <a:chOff x="0" y="0"/>
          <a:chExt cx="0" cy="0"/>
        </a:xfrm>
      </p:grpSpPr>
      <p:pic>
        <p:nvPicPr>
          <p:cNvPr id="2" name="그림 1" descr="텍스트이(가) 표시된 사진&#10;&#10;자동 생성된 설명">
            <a:extLst>
              <a:ext uri="{FF2B5EF4-FFF2-40B4-BE49-F238E27FC236}">
                <a16:creationId xmlns:a16="http://schemas.microsoft.com/office/drawing/2014/main" xmlns="" id="{7E8401C5-0ABA-A729-5CD6-70173EAAAD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25" t="4829" r="4588" b="4743"/>
          <a:stretch/>
        </p:blipFill>
        <p:spPr>
          <a:xfrm>
            <a:off x="0" y="0"/>
            <a:ext cx="9144000" cy="5180720"/>
          </a:xfrm>
          <a:prstGeom prst="rect">
            <a:avLst/>
          </a:prstGeom>
        </p:spPr>
      </p:pic>
      <p:sp>
        <p:nvSpPr>
          <p:cNvPr id="7" name="제목 1">
            <a:extLst>
              <a:ext uri="{FF2B5EF4-FFF2-40B4-BE49-F238E27FC236}">
                <a16:creationId xmlns:a16="http://schemas.microsoft.com/office/drawing/2014/main" xmlns="" id="{134A8121-1C8D-23A0-1E8D-5FB7887FA981}"/>
              </a:ext>
            </a:extLst>
          </p:cNvPr>
          <p:cNvSpPr>
            <a:spLocks noGrp="1"/>
          </p:cNvSpPr>
          <p:nvPr>
            <p:ph type="title" hasCustomPrompt="1"/>
          </p:nvPr>
        </p:nvSpPr>
        <p:spPr>
          <a:xfrm>
            <a:off x="812800" y="698500"/>
            <a:ext cx="7531100" cy="3873500"/>
          </a:xfrm>
        </p:spPr>
        <p:txBody>
          <a:bodyPr>
            <a:normAutofit/>
          </a:bodyPr>
          <a:lstStyle>
            <a:lvl1pPr algn="ctr" latinLnBrk="0">
              <a:lnSpc>
                <a:spcPct val="110000"/>
              </a:lnSpc>
              <a:defRPr sz="2400">
                <a:latin typeface="HY견고딕" panose="02030600000101010101" pitchFamily="18" charset="-127"/>
                <a:ea typeface="HY견고딕" panose="02030600000101010101" pitchFamily="18" charset="-127"/>
              </a:defRPr>
            </a:lvl1pPr>
          </a:lstStyle>
          <a:p>
            <a:r>
              <a:rPr lang="ko-KR" altLang="en-US" dirty="0"/>
              <a:t>마스터 제목 스타일 편집마스터 제목 스타일 편집마스터 제목 스타일 편집마스터 제목 스타일 편집마스터 제목 스타일 편집마스터 제목 스타일 편집</a:t>
            </a:r>
          </a:p>
        </p:txBody>
      </p:sp>
      <p:pic>
        <p:nvPicPr>
          <p:cNvPr id="4" name="그림 3">
            <a:extLst>
              <a:ext uri="{FF2B5EF4-FFF2-40B4-BE49-F238E27FC236}">
                <a16:creationId xmlns:a16="http://schemas.microsoft.com/office/drawing/2014/main" xmlns="" id="{C7191410-77DD-3E61-C0F3-956692D59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3967"/>
            <a:ext cx="9144000" cy="5129533"/>
          </a:xfrm>
          <a:prstGeom prst="rect">
            <a:avLst/>
          </a:prstGeom>
        </p:spPr>
      </p:pic>
    </p:spTree>
    <p:extLst>
      <p:ext uri="{BB962C8B-B14F-4D97-AF65-F5344CB8AC3E}">
        <p14:creationId xmlns:p14="http://schemas.microsoft.com/office/powerpoint/2010/main" val="35254149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7_사용자 지정 레이아웃">
    <p:spTree>
      <p:nvGrpSpPr>
        <p:cNvPr id="1" name=""/>
        <p:cNvGrpSpPr/>
        <p:nvPr/>
      </p:nvGrpSpPr>
      <p:grpSpPr>
        <a:xfrm>
          <a:off x="0" y="0"/>
          <a:ext cx="0" cy="0"/>
          <a:chOff x="0" y="0"/>
          <a:chExt cx="0" cy="0"/>
        </a:xfrm>
      </p:grpSpPr>
      <p:pic>
        <p:nvPicPr>
          <p:cNvPr id="2" name="그림 1" descr="텍스트이(가) 표시된 사진&#10;&#10;자동 생성된 설명">
            <a:extLst>
              <a:ext uri="{FF2B5EF4-FFF2-40B4-BE49-F238E27FC236}">
                <a16:creationId xmlns:a16="http://schemas.microsoft.com/office/drawing/2014/main" xmlns="" id="{7E8401C5-0ABA-A729-5CD6-70173EAAAD4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025" t="4829" r="4588" b="4743"/>
          <a:stretch/>
        </p:blipFill>
        <p:spPr>
          <a:xfrm>
            <a:off x="0" y="0"/>
            <a:ext cx="9144000" cy="5180720"/>
          </a:xfrm>
          <a:prstGeom prst="rect">
            <a:avLst/>
          </a:prstGeom>
        </p:spPr>
      </p:pic>
      <p:sp>
        <p:nvSpPr>
          <p:cNvPr id="7" name="제목 1">
            <a:extLst>
              <a:ext uri="{FF2B5EF4-FFF2-40B4-BE49-F238E27FC236}">
                <a16:creationId xmlns:a16="http://schemas.microsoft.com/office/drawing/2014/main" xmlns="" id="{134A8121-1C8D-23A0-1E8D-5FB7887FA981}"/>
              </a:ext>
            </a:extLst>
          </p:cNvPr>
          <p:cNvSpPr>
            <a:spLocks noGrp="1"/>
          </p:cNvSpPr>
          <p:nvPr>
            <p:ph type="title" hasCustomPrompt="1"/>
          </p:nvPr>
        </p:nvSpPr>
        <p:spPr>
          <a:xfrm>
            <a:off x="812800" y="698500"/>
            <a:ext cx="7531100" cy="3873500"/>
          </a:xfrm>
        </p:spPr>
        <p:txBody>
          <a:bodyPr>
            <a:normAutofit/>
          </a:bodyPr>
          <a:lstStyle>
            <a:lvl1pPr algn="ctr" latinLnBrk="0">
              <a:lnSpc>
                <a:spcPct val="110000"/>
              </a:lnSpc>
              <a:defRPr sz="2400">
                <a:latin typeface="HY견고딕" panose="02030600000101010101" pitchFamily="18" charset="-127"/>
                <a:ea typeface="HY견고딕" panose="02030600000101010101" pitchFamily="18" charset="-127"/>
              </a:defRPr>
            </a:lvl1pPr>
          </a:lstStyle>
          <a:p>
            <a:r>
              <a:rPr lang="ko-KR" altLang="en-US" dirty="0"/>
              <a:t>마스터 제목 스타일 편집마스터 제목 스타일 편집마스터 제목 스타일 편집마스터 제목 스타일 편집마스터 제목 스타일 편집마스터 제목 스타일 편집</a:t>
            </a:r>
          </a:p>
        </p:txBody>
      </p:sp>
      <p:pic>
        <p:nvPicPr>
          <p:cNvPr id="4" name="그림 3">
            <a:extLst>
              <a:ext uri="{FF2B5EF4-FFF2-40B4-BE49-F238E27FC236}">
                <a16:creationId xmlns:a16="http://schemas.microsoft.com/office/drawing/2014/main" xmlns="" id="{C7191410-77DD-3E61-C0F3-956692D594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3967"/>
            <a:ext cx="9144000" cy="5129533"/>
          </a:xfrm>
          <a:prstGeom prst="rect">
            <a:avLst/>
          </a:prstGeom>
        </p:spPr>
      </p:pic>
      <p:pic>
        <p:nvPicPr>
          <p:cNvPr id="5" name="그림 4">
            <a:extLst>
              <a:ext uri="{FF2B5EF4-FFF2-40B4-BE49-F238E27FC236}">
                <a16:creationId xmlns:a16="http://schemas.microsoft.com/office/drawing/2014/main" xmlns="" id="{C5AA85FA-3E58-1861-000B-3AD949E6888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8661" y="23422"/>
            <a:ext cx="9185540" cy="5157297"/>
          </a:xfrm>
          <a:prstGeom prst="rect">
            <a:avLst/>
          </a:prstGeom>
        </p:spPr>
      </p:pic>
    </p:spTree>
    <p:extLst>
      <p:ext uri="{BB962C8B-B14F-4D97-AF65-F5344CB8AC3E}">
        <p14:creationId xmlns:p14="http://schemas.microsoft.com/office/powerpoint/2010/main" val="18757168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5_사용자 지정 레이아웃">
    <p:spTree>
      <p:nvGrpSpPr>
        <p:cNvPr id="1" name=""/>
        <p:cNvGrpSpPr/>
        <p:nvPr/>
      </p:nvGrpSpPr>
      <p:grpSpPr>
        <a:xfrm>
          <a:off x="0" y="0"/>
          <a:ext cx="0" cy="0"/>
          <a:chOff x="0" y="0"/>
          <a:chExt cx="0" cy="0"/>
        </a:xfrm>
      </p:grpSpPr>
      <p:pic>
        <p:nvPicPr>
          <p:cNvPr id="3" name="图片 4">
            <a:extLst>
              <a:ext uri="{FF2B5EF4-FFF2-40B4-BE49-F238E27FC236}">
                <a16:creationId xmlns:a16="http://schemas.microsoft.com/office/drawing/2014/main" xmlns="" id="{63246E8E-659C-2332-E37B-D6195B8C7F67}"/>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6770" t="2237" r="6583" b="5804"/>
          <a:stretch/>
        </p:blipFill>
        <p:spPr>
          <a:xfrm>
            <a:off x="0" y="-1"/>
            <a:ext cx="9144000" cy="5143501"/>
          </a:xfrm>
          <a:prstGeom prst="rect">
            <a:avLst/>
          </a:prstGeom>
        </p:spPr>
      </p:pic>
      <p:sp>
        <p:nvSpPr>
          <p:cNvPr id="7" name="제목 1">
            <a:extLst>
              <a:ext uri="{FF2B5EF4-FFF2-40B4-BE49-F238E27FC236}">
                <a16:creationId xmlns:a16="http://schemas.microsoft.com/office/drawing/2014/main" xmlns="" id="{134A8121-1C8D-23A0-1E8D-5FB7887FA981}"/>
              </a:ext>
            </a:extLst>
          </p:cNvPr>
          <p:cNvSpPr>
            <a:spLocks noGrp="1"/>
          </p:cNvSpPr>
          <p:nvPr>
            <p:ph type="title" hasCustomPrompt="1"/>
          </p:nvPr>
        </p:nvSpPr>
        <p:spPr>
          <a:xfrm>
            <a:off x="812800" y="698500"/>
            <a:ext cx="7531100" cy="3873500"/>
          </a:xfrm>
        </p:spPr>
        <p:txBody>
          <a:bodyPr>
            <a:normAutofit/>
          </a:bodyPr>
          <a:lstStyle>
            <a:lvl1pPr algn="ctr" latinLnBrk="0">
              <a:lnSpc>
                <a:spcPct val="110000"/>
              </a:lnSpc>
              <a:defRPr sz="2500">
                <a:latin typeface="HY견고딕" panose="02030600000101010101" pitchFamily="18" charset="-127"/>
                <a:ea typeface="HY견고딕" panose="02030600000101010101" pitchFamily="18" charset="-127"/>
              </a:defRPr>
            </a:lvl1pPr>
          </a:lstStyle>
          <a:p>
            <a:r>
              <a:rPr lang="ko-KR" altLang="en-US" dirty="0"/>
              <a:t>마스터 제목 스타일 편집마스터 제목 스타일 편집마스터 제목 스타일 편집마스터 제목 스타일 편집마스터 제목 스타일 편집마스터 제목 스타일 편집</a:t>
            </a:r>
          </a:p>
        </p:txBody>
      </p:sp>
      <p:sp>
        <p:nvSpPr>
          <p:cNvPr id="4" name="사각형: 둥근 모서리 3">
            <a:extLst>
              <a:ext uri="{FF2B5EF4-FFF2-40B4-BE49-F238E27FC236}">
                <a16:creationId xmlns:a16="http://schemas.microsoft.com/office/drawing/2014/main" xmlns="" id="{C9BE4360-4372-38BB-8DBD-AA47F7BC14B1}"/>
              </a:ext>
            </a:extLst>
          </p:cNvPr>
          <p:cNvSpPr/>
          <p:nvPr userDrawn="1"/>
        </p:nvSpPr>
        <p:spPr>
          <a:xfrm>
            <a:off x="309838" y="272053"/>
            <a:ext cx="8524324" cy="4647570"/>
          </a:xfrm>
          <a:prstGeom prst="roundRect">
            <a:avLst>
              <a:gd name="adj" fmla="val 3821"/>
            </a:avLst>
          </a:prstGeom>
          <a:solidFill>
            <a:schemeClr val="bg1"/>
          </a:solidFill>
          <a:ln>
            <a:solidFill>
              <a:schemeClr val="accent1">
                <a:lumMod val="60000"/>
                <a:lumOff val="40000"/>
              </a:schemeClr>
            </a:solidFill>
          </a:ln>
          <a:effectLst>
            <a:outerShdw blurRad="939800" dist="50800" dir="5400000" algn="ctr" rotWithShape="0">
              <a:schemeClr val="accent1">
                <a:lumMod val="40000"/>
                <a:lumOff val="6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1400" b="0" i="0" u="none" strike="noStrike" kern="1200" cap="none" spc="0" normalizeH="0" baseline="0" noProof="0">
              <a:ln>
                <a:noFill/>
              </a:ln>
              <a:solidFill>
                <a:prstClr val="white"/>
              </a:solidFill>
              <a:effectLst/>
              <a:uLnTx/>
              <a:uFillTx/>
              <a:latin typeface="Calibri"/>
              <a:ea typeface="맑은 고딕" panose="020B0503020000020004" pitchFamily="50" charset="-127"/>
              <a:cs typeface="+mn-cs"/>
            </a:endParaRPr>
          </a:p>
        </p:txBody>
      </p:sp>
      <p:pic>
        <p:nvPicPr>
          <p:cNvPr id="5" name="그림 4">
            <a:extLst>
              <a:ext uri="{FF2B5EF4-FFF2-40B4-BE49-F238E27FC236}">
                <a16:creationId xmlns:a16="http://schemas.microsoft.com/office/drawing/2014/main" xmlns="" id="{64FEC9B6-B0AE-EEF8-6501-077BBC6E3C2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95" y="0"/>
            <a:ext cx="9137210" cy="5143500"/>
          </a:xfrm>
          <a:prstGeom prst="rect">
            <a:avLst/>
          </a:prstGeom>
        </p:spPr>
      </p:pic>
      <p:sp>
        <p:nvSpPr>
          <p:cNvPr id="2" name="제목 1">
            <a:extLst>
              <a:ext uri="{FF2B5EF4-FFF2-40B4-BE49-F238E27FC236}">
                <a16:creationId xmlns:a16="http://schemas.microsoft.com/office/drawing/2014/main" xmlns="" id="{5FEAE5A2-C7FB-46D1-7E32-DEC3283B107F}"/>
              </a:ext>
            </a:extLst>
          </p:cNvPr>
          <p:cNvSpPr txBox="1">
            <a:spLocks/>
          </p:cNvSpPr>
          <p:nvPr userDrawn="1"/>
        </p:nvSpPr>
        <p:spPr>
          <a:xfrm>
            <a:off x="1151554" y="571500"/>
            <a:ext cx="6853592" cy="3873500"/>
          </a:xfrm>
          <a:prstGeom prst="rect">
            <a:avLst/>
          </a:prstGeom>
        </p:spPr>
        <p:txBody>
          <a:bodyPr vert="horz" lIns="91416" tIns="45708" rIns="91416" bIns="45708" rtlCol="0" anchor="t">
            <a:normAutofit/>
          </a:bodyPr>
          <a:lstStyle>
            <a:lvl1pPr algn="ctr" defTabSz="685596" rtl="0" eaLnBrk="1" latinLnBrk="1" hangingPunct="1">
              <a:lnSpc>
                <a:spcPct val="140000"/>
              </a:lnSpc>
              <a:spcBef>
                <a:spcPct val="0"/>
              </a:spcBef>
              <a:buNone/>
              <a:defRPr sz="2400" kern="1200">
                <a:solidFill>
                  <a:schemeClr val="tx1"/>
                </a:solidFill>
                <a:latin typeface="한컴 고딕" panose="02000500000000000000" pitchFamily="2" charset="-127"/>
                <a:ea typeface="한컴 고딕" panose="02000500000000000000" pitchFamily="2" charset="-127"/>
                <a:cs typeface="+mj-cs"/>
              </a:defRPr>
            </a:lvl1pPr>
          </a:lstStyle>
          <a:p>
            <a:pPr marL="0" marR="0" lvl="0" indent="0" algn="ctr" defTabSz="685596" rtl="0" eaLnBrk="1" fontAlgn="auto" latinLnBrk="1" hangingPunct="1">
              <a:lnSpc>
                <a:spcPct val="140000"/>
              </a:lnSpc>
              <a:spcBef>
                <a:spcPct val="0"/>
              </a:spcBef>
              <a:spcAft>
                <a:spcPts val="0"/>
              </a:spcAft>
              <a:buClrTx/>
              <a:buSzTx/>
              <a:buFontTx/>
              <a:buNone/>
              <a:tabLst/>
              <a:defRPr/>
            </a:pPr>
            <a:endParaRPr kumimoji="0" lang="ko-KR" altLang="en-US" sz="2400" b="0" i="0" u="none" strike="noStrike" kern="1200" cap="none" spc="0" normalizeH="0" baseline="0" noProof="0" dirty="0">
              <a:ln>
                <a:noFill/>
              </a:ln>
              <a:solidFill>
                <a:prstClr val="black"/>
              </a:solidFill>
              <a:effectLst/>
              <a:uLnTx/>
              <a:uFillTx/>
              <a:latin typeface="한컴 고딕" panose="02000500000000000000" pitchFamily="2" charset="-127"/>
              <a:ea typeface="한컴 고딕" panose="02000500000000000000" pitchFamily="2" charset="-127"/>
              <a:cs typeface="+mj-cs"/>
            </a:endParaRPr>
          </a:p>
        </p:txBody>
      </p:sp>
      <p:sp>
        <p:nvSpPr>
          <p:cNvPr id="6" name="제목 1">
            <a:extLst>
              <a:ext uri="{FF2B5EF4-FFF2-40B4-BE49-F238E27FC236}">
                <a16:creationId xmlns:a16="http://schemas.microsoft.com/office/drawing/2014/main" xmlns="" id="{EC70CADD-FA4B-C137-8ABD-D9640D144CDC}"/>
              </a:ext>
            </a:extLst>
          </p:cNvPr>
          <p:cNvSpPr txBox="1">
            <a:spLocks/>
          </p:cNvSpPr>
          <p:nvPr userDrawn="1"/>
        </p:nvSpPr>
        <p:spPr>
          <a:xfrm>
            <a:off x="648393" y="698500"/>
            <a:ext cx="8110199" cy="3873500"/>
          </a:xfrm>
          <a:prstGeom prst="rect">
            <a:avLst/>
          </a:prstGeom>
        </p:spPr>
        <p:txBody>
          <a:bodyPr vert="horz" lIns="91416" tIns="45708" rIns="91416" bIns="45708" rtlCol="0" anchor="t">
            <a:normAutofit/>
          </a:bodyPr>
          <a:lstStyle>
            <a:lvl1pPr algn="ctr" defTabSz="685596" rtl="0" eaLnBrk="1" latinLnBrk="1" hangingPunct="1">
              <a:lnSpc>
                <a:spcPct val="140000"/>
              </a:lnSpc>
              <a:spcBef>
                <a:spcPct val="0"/>
              </a:spcBef>
              <a:buNone/>
              <a:defRPr sz="2400" kern="1200">
                <a:solidFill>
                  <a:schemeClr val="tx1"/>
                </a:solidFill>
                <a:latin typeface="한컴 고딕" panose="02000500000000000000" pitchFamily="2" charset="-127"/>
                <a:ea typeface="한컴 고딕" panose="02000500000000000000" pitchFamily="2" charset="-127"/>
                <a:cs typeface="+mj-cs"/>
              </a:defRPr>
            </a:lvl1pPr>
          </a:lstStyle>
          <a:p>
            <a:pPr marL="0" marR="0" lvl="0" indent="0" algn="ctr" defTabSz="685596" rtl="0" eaLnBrk="1" fontAlgn="auto" latinLnBrk="1" hangingPunct="1">
              <a:lnSpc>
                <a:spcPct val="140000"/>
              </a:lnSpc>
              <a:spcBef>
                <a:spcPct val="0"/>
              </a:spcBef>
              <a:spcAft>
                <a:spcPts val="0"/>
              </a:spcAft>
              <a:buClrTx/>
              <a:buSzTx/>
              <a:buFontTx/>
              <a:buNone/>
              <a:tabLst/>
              <a:defRPr/>
            </a:pPr>
            <a:r>
              <a:rPr kumimoji="0" lang="en-US" altLang="ko-KR" sz="2400" b="0" i="0" u="none" strike="noStrike" kern="1200" cap="none" spc="0" normalizeH="0" baseline="0" noProof="0" dirty="0">
                <a:ln>
                  <a:noFill/>
                </a:ln>
                <a:solidFill>
                  <a:prstClr val="black"/>
                </a:solidFill>
                <a:effectLst/>
                <a:uLnTx/>
                <a:uFillTx/>
                <a:latin typeface="한컴 고딕" panose="02000500000000000000" pitchFamily="2" charset="-127"/>
                <a:ea typeface="한컴 고딕" panose="02000500000000000000" pitchFamily="2" charset="-127"/>
                <a:cs typeface="+mj-cs"/>
              </a:rPr>
              <a:t> </a:t>
            </a:r>
            <a:endParaRPr kumimoji="0" lang="ko-KR" altLang="en-US" sz="2400" b="0" i="0" u="none" strike="noStrike" kern="1200" cap="none" spc="0" normalizeH="0" baseline="0" noProof="0" dirty="0">
              <a:ln>
                <a:noFill/>
              </a:ln>
              <a:solidFill>
                <a:prstClr val="black"/>
              </a:solidFill>
              <a:effectLst/>
              <a:uLnTx/>
              <a:uFillTx/>
              <a:latin typeface="한컴 고딕" panose="02000500000000000000" pitchFamily="2" charset="-127"/>
              <a:ea typeface="한컴 고딕" panose="02000500000000000000" pitchFamily="2" charset="-127"/>
              <a:cs typeface="+mj-cs"/>
            </a:endParaRPr>
          </a:p>
        </p:txBody>
      </p:sp>
    </p:spTree>
    <p:extLst>
      <p:ext uri="{BB962C8B-B14F-4D97-AF65-F5344CB8AC3E}">
        <p14:creationId xmlns:p14="http://schemas.microsoft.com/office/powerpoint/2010/main" val="8867802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성경광고">
    <p:spTree>
      <p:nvGrpSpPr>
        <p:cNvPr id="1" name=""/>
        <p:cNvGrpSpPr/>
        <p:nvPr/>
      </p:nvGrpSpPr>
      <p:grpSpPr>
        <a:xfrm>
          <a:off x="0" y="0"/>
          <a:ext cx="0" cy="0"/>
          <a:chOff x="0" y="0"/>
          <a:chExt cx="0" cy="0"/>
        </a:xfrm>
      </p:grpSpPr>
      <p:pic>
        <p:nvPicPr>
          <p:cNvPr id="7" name="그림 6" descr="텍스트이(가) 표시된 사진&#10;&#10;자동 생성된 설명">
            <a:extLst>
              <a:ext uri="{FF2B5EF4-FFF2-40B4-BE49-F238E27FC236}">
                <a16:creationId xmlns:a16="http://schemas.microsoft.com/office/drawing/2014/main" xmlns="" id="{300952A2-2F3C-59CD-ED2F-0DF137A483E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9142208" cy="5143500"/>
          </a:xfrm>
          <a:prstGeom prst="rect">
            <a:avLst/>
          </a:prstGeom>
        </p:spPr>
      </p:pic>
      <p:sp>
        <p:nvSpPr>
          <p:cNvPr id="2" name="제목 1">
            <a:extLst>
              <a:ext uri="{FF2B5EF4-FFF2-40B4-BE49-F238E27FC236}">
                <a16:creationId xmlns:a16="http://schemas.microsoft.com/office/drawing/2014/main" xmlns="" id="{E1946BD4-7682-C8C7-FB72-50A6A65034FD}"/>
              </a:ext>
            </a:extLst>
          </p:cNvPr>
          <p:cNvSpPr>
            <a:spLocks noGrp="1"/>
          </p:cNvSpPr>
          <p:nvPr>
            <p:ph type="title"/>
          </p:nvPr>
        </p:nvSpPr>
        <p:spPr>
          <a:xfrm>
            <a:off x="812800" y="698500"/>
            <a:ext cx="7531100" cy="3873500"/>
          </a:xfrm>
        </p:spPr>
        <p:txBody>
          <a:bodyPr/>
          <a:lstStyle>
            <a:lvl1pPr algn="ctr">
              <a:defRPr sz="3500">
                <a:latin typeface="여기어때 잘난체" panose="020B0600000101010101" pitchFamily="50" charset="-127"/>
                <a:ea typeface="여기어때 잘난체" panose="020B0600000101010101" pitchFamily="50" charset="-127"/>
              </a:defRPr>
            </a:lvl1pPr>
          </a:lstStyle>
          <a:p>
            <a:r>
              <a:rPr lang="ko-KR" altLang="en-US" dirty="0"/>
              <a:t>마스터 제목 스타일 편집</a:t>
            </a:r>
          </a:p>
        </p:txBody>
      </p:sp>
      <p:sp>
        <p:nvSpPr>
          <p:cNvPr id="3" name="날짜 개체 틀 2">
            <a:extLst>
              <a:ext uri="{FF2B5EF4-FFF2-40B4-BE49-F238E27FC236}">
                <a16:creationId xmlns:a16="http://schemas.microsoft.com/office/drawing/2014/main" xmlns="" id="{2276455C-6759-74D3-E8EC-D1C1090A5746}"/>
              </a:ext>
            </a:extLst>
          </p:cNvPr>
          <p:cNvSpPr>
            <a:spLocks noGrp="1"/>
          </p:cNvSpPr>
          <p:nvPr>
            <p:ph type="dt" sz="half" idx="10"/>
          </p:nvPr>
        </p:nvSpPr>
        <p:spPr/>
        <p:txBody>
          <a:bodyPr/>
          <a:lstStyle/>
          <a:p>
            <a:pPr marL="0" marR="0" lvl="0" indent="0" algn="l" defTabSz="685596" rtl="0" eaLnBrk="1" fontAlgn="auto" latinLnBrk="1" hangingPunct="1">
              <a:lnSpc>
                <a:spcPct val="100000"/>
              </a:lnSpc>
              <a:spcBef>
                <a:spcPts val="0"/>
              </a:spcBef>
              <a:spcAft>
                <a:spcPts val="0"/>
              </a:spcAft>
              <a:buClrTx/>
              <a:buSzTx/>
              <a:buFontTx/>
              <a:buNone/>
              <a:tabLst/>
              <a:defRPr/>
            </a:pPr>
            <a:endParaRPr kumimoji="0" lang="en-US" altLang="ko-KR" sz="800" b="0" i="0" u="none" strike="noStrike" kern="1200" cap="none" spc="0" normalizeH="0" baseline="0" noProof="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4" name="바닥글 개체 틀 3">
            <a:extLst>
              <a:ext uri="{FF2B5EF4-FFF2-40B4-BE49-F238E27FC236}">
                <a16:creationId xmlns:a16="http://schemas.microsoft.com/office/drawing/2014/main" xmlns="" id="{E7ED376A-F715-87C8-6131-1CA309300E03}"/>
              </a:ext>
            </a:extLst>
          </p:cNvPr>
          <p:cNvSpPr>
            <a:spLocks noGrp="1"/>
          </p:cNvSpPr>
          <p:nvPr>
            <p:ph type="ftr" sz="quarter" idx="11"/>
          </p:nvPr>
        </p:nvSpPr>
        <p:spPr/>
        <p:txBody>
          <a:body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en-US" altLang="ko-KR" sz="800" b="0" i="0" u="none" strike="noStrike" kern="1200" cap="none" spc="0" normalizeH="0" baseline="0" noProof="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슬라이드 번호 개체 틀 4">
            <a:extLst>
              <a:ext uri="{FF2B5EF4-FFF2-40B4-BE49-F238E27FC236}">
                <a16:creationId xmlns:a16="http://schemas.microsoft.com/office/drawing/2014/main" xmlns="" id="{A188C233-4525-383C-C8C6-ECE20F169494}"/>
              </a:ext>
            </a:extLst>
          </p:cNvPr>
          <p:cNvSpPr>
            <a:spLocks noGrp="1"/>
          </p:cNvSpPr>
          <p:nvPr>
            <p:ph type="sldNum" sz="quarter" idx="12"/>
          </p:nvPr>
        </p:nvSpPr>
        <p:spPr/>
        <p:txBody>
          <a:bodyPr/>
          <a:lstStyle/>
          <a:p>
            <a:pPr marL="0" marR="0" lvl="0" indent="0" algn="r" defTabSz="685596" rtl="0" eaLnBrk="1" fontAlgn="auto" latinLnBrk="1" hangingPunct="1">
              <a:lnSpc>
                <a:spcPct val="100000"/>
              </a:lnSpc>
              <a:spcBef>
                <a:spcPts val="0"/>
              </a:spcBef>
              <a:spcAft>
                <a:spcPts val="0"/>
              </a:spcAft>
              <a:buClrTx/>
              <a:buSzTx/>
              <a:buFontTx/>
              <a:buNone/>
              <a:tabLst/>
              <a:defRPr/>
            </a:pPr>
            <a:fld id="{D4C8C2B8-8EE9-4A53-AA98-E3B06489B390}" type="slidenum">
              <a:rPr kumimoji="0" lang="en-US" altLang="ko-KR"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en-US" altLang="ko-KR" sz="800" b="0" i="0" u="none" strike="noStrike" kern="1200" cap="none" spc="0" normalizeH="0" baseline="0" noProof="0">
              <a:ln>
                <a:noFill/>
              </a:ln>
              <a:solidFill>
                <a:prstClr val="black">
                  <a:tint val="75000"/>
                </a:prstClr>
              </a:solidFill>
              <a:effectLst/>
              <a:uLnTx/>
              <a:uFillTx/>
              <a:latin typeface="Calibri"/>
              <a:ea typeface="맑은 고딕" panose="020B0503020000020004" pitchFamily="50" charset="-127"/>
              <a:cs typeface="+mn-cs"/>
            </a:endParaRPr>
          </a:p>
        </p:txBody>
      </p:sp>
      <p:pic>
        <p:nvPicPr>
          <p:cNvPr id="8" name="그림 7">
            <a:extLst>
              <a:ext uri="{FF2B5EF4-FFF2-40B4-BE49-F238E27FC236}">
                <a16:creationId xmlns:a16="http://schemas.microsoft.com/office/drawing/2014/main" xmlns="" id="{514634F7-E620-6745-DD93-A2A1B8D0034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9158219" cy="5143500"/>
          </a:xfrm>
          <a:prstGeom prst="rect">
            <a:avLst/>
          </a:prstGeom>
        </p:spPr>
      </p:pic>
    </p:spTree>
    <p:extLst>
      <p:ext uri="{BB962C8B-B14F-4D97-AF65-F5344CB8AC3E}">
        <p14:creationId xmlns:p14="http://schemas.microsoft.com/office/powerpoint/2010/main" val="295441067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하나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6853592" cy="3873500"/>
          </a:xfrm>
        </p:spPr>
        <p:txBody>
          <a:bodyPr/>
          <a:lstStyle>
            <a:lvl1pPr algn="ctr">
              <a:lnSpc>
                <a:spcPct val="140000"/>
              </a:lnSpc>
              <a:defRPr sz="30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6" name="그림 5">
            <a:extLst>
              <a:ext uri="{FF2B5EF4-FFF2-40B4-BE49-F238E27FC236}">
                <a16:creationId xmlns:a16="http://schemas.microsoft.com/office/drawing/2014/main" xmlns="" id="{DFD943A4-1F33-5763-801A-DAA8179C5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440" r="22713"/>
          <a:stretch/>
        </p:blipFill>
        <p:spPr>
          <a:xfrm>
            <a:off x="379663" y="-220963"/>
            <a:ext cx="2353341" cy="5712426"/>
          </a:xfrm>
          <a:prstGeom prst="rect">
            <a:avLst/>
          </a:prstGeom>
        </p:spPr>
      </p:pic>
      <p:pic>
        <p:nvPicPr>
          <p:cNvPr id="3" name="그림 2">
            <a:extLst>
              <a:ext uri="{FF2B5EF4-FFF2-40B4-BE49-F238E27FC236}">
                <a16:creationId xmlns:a16="http://schemas.microsoft.com/office/drawing/2014/main" xmlns="" id="{7E0E628D-DDB3-22A6-C10A-1A276E6D18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0532" y="0"/>
            <a:ext cx="2747486" cy="4864555"/>
          </a:xfrm>
          <a:prstGeom prst="rect">
            <a:avLst/>
          </a:prstGeom>
        </p:spPr>
      </p:pic>
      <p:pic>
        <p:nvPicPr>
          <p:cNvPr id="4" name="그림 3">
            <a:extLst>
              <a:ext uri="{FF2B5EF4-FFF2-40B4-BE49-F238E27FC236}">
                <a16:creationId xmlns:a16="http://schemas.microsoft.com/office/drawing/2014/main" xmlns="" id="{92BEF96C-86BC-F1BF-0048-1A0C0949546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617071" y="571500"/>
            <a:ext cx="2641270" cy="4355555"/>
          </a:xfrm>
          <a:prstGeom prst="rect">
            <a:avLst/>
          </a:prstGeom>
        </p:spPr>
      </p:pic>
      <p:pic>
        <p:nvPicPr>
          <p:cNvPr id="7" name="그림 6">
            <a:extLst>
              <a:ext uri="{FF2B5EF4-FFF2-40B4-BE49-F238E27FC236}">
                <a16:creationId xmlns:a16="http://schemas.microsoft.com/office/drawing/2014/main" xmlns="" id="{EE3A1FC7-CCB6-6CA2-6776-D14BE2D86E2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10877"/>
            <a:ext cx="9144000" cy="5121745"/>
          </a:xfrm>
          <a:prstGeom prst="rect">
            <a:avLst/>
          </a:prstGeom>
        </p:spPr>
      </p:pic>
    </p:spTree>
    <p:extLst>
      <p:ext uri="{BB962C8B-B14F-4D97-AF65-F5344CB8AC3E}">
        <p14:creationId xmlns:p14="http://schemas.microsoft.com/office/powerpoint/2010/main" val="41573451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하나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6853592" cy="3873500"/>
          </a:xfrm>
        </p:spPr>
        <p:txBody>
          <a:bodyPr anchor="t">
            <a:normAutofit/>
          </a:bodyPr>
          <a:lstStyle>
            <a:lvl1pPr algn="ctr">
              <a:lnSpc>
                <a:spcPct val="14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3" name="그림 2">
            <a:extLst>
              <a:ext uri="{FF2B5EF4-FFF2-40B4-BE49-F238E27FC236}">
                <a16:creationId xmlns:a16="http://schemas.microsoft.com/office/drawing/2014/main" xmlns="" id="{075963A6-2A84-D1A0-D058-E94DF61DFF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4621" y="0"/>
            <a:ext cx="2747486" cy="4864555"/>
          </a:xfrm>
          <a:prstGeom prst="rect">
            <a:avLst/>
          </a:prstGeom>
        </p:spPr>
      </p:pic>
      <p:pic>
        <p:nvPicPr>
          <p:cNvPr id="6" name="그림 5">
            <a:extLst>
              <a:ext uri="{FF2B5EF4-FFF2-40B4-BE49-F238E27FC236}">
                <a16:creationId xmlns:a16="http://schemas.microsoft.com/office/drawing/2014/main" xmlns="" id="{DFD943A4-1F33-5763-801A-DAA8179C537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7440" r="22713"/>
          <a:stretch/>
        </p:blipFill>
        <p:spPr>
          <a:xfrm>
            <a:off x="-144977" y="-284463"/>
            <a:ext cx="2353341" cy="5712426"/>
          </a:xfrm>
          <a:prstGeom prst="rect">
            <a:avLst/>
          </a:prstGeom>
        </p:spPr>
      </p:pic>
    </p:spTree>
    <p:extLst>
      <p:ext uri="{BB962C8B-B14F-4D97-AF65-F5344CB8AC3E}">
        <p14:creationId xmlns:p14="http://schemas.microsoft.com/office/powerpoint/2010/main" val="7473141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하나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6853592" cy="3873500"/>
          </a:xfrm>
        </p:spPr>
        <p:txBody>
          <a:bodyPr anchor="t">
            <a:normAutofit/>
          </a:bodyPr>
          <a:lstStyle>
            <a:lvl1pPr algn="ctr">
              <a:lnSpc>
                <a:spcPct val="14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4" name="그림 3">
            <a:extLst>
              <a:ext uri="{FF2B5EF4-FFF2-40B4-BE49-F238E27FC236}">
                <a16:creationId xmlns:a16="http://schemas.microsoft.com/office/drawing/2014/main" xmlns="" id="{561AD558-84F7-82AD-33B3-0C672479EB1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6976" t="12457" r="8839"/>
          <a:stretch/>
        </p:blipFill>
        <p:spPr>
          <a:xfrm>
            <a:off x="6460400" y="244512"/>
            <a:ext cx="2367294" cy="4820094"/>
          </a:xfrm>
          <a:prstGeom prst="rect">
            <a:avLst/>
          </a:prstGeom>
        </p:spPr>
      </p:pic>
    </p:spTree>
    <p:extLst>
      <p:ext uri="{BB962C8B-B14F-4D97-AF65-F5344CB8AC3E}">
        <p14:creationId xmlns:p14="http://schemas.microsoft.com/office/powerpoint/2010/main" val="58577270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_하나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6853592" cy="3873500"/>
          </a:xfrm>
        </p:spPr>
        <p:txBody>
          <a:bodyPr anchor="t">
            <a:normAutofit/>
          </a:bodyPr>
          <a:lstStyle>
            <a:lvl1pPr algn="ctr">
              <a:lnSpc>
                <a:spcPct val="14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6" name="그림 5">
            <a:extLst>
              <a:ext uri="{FF2B5EF4-FFF2-40B4-BE49-F238E27FC236}">
                <a16:creationId xmlns:a16="http://schemas.microsoft.com/office/drawing/2014/main" xmlns="" id="{DFD943A4-1F33-5763-801A-DAA8179C5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7440" r="22713"/>
          <a:stretch/>
        </p:blipFill>
        <p:spPr>
          <a:xfrm>
            <a:off x="0" y="-284463"/>
            <a:ext cx="2353341" cy="5712426"/>
          </a:xfrm>
          <a:prstGeom prst="rect">
            <a:avLst/>
          </a:prstGeom>
        </p:spPr>
      </p:pic>
    </p:spTree>
    <p:extLst>
      <p:ext uri="{BB962C8B-B14F-4D97-AF65-F5344CB8AC3E}">
        <p14:creationId xmlns:p14="http://schemas.microsoft.com/office/powerpoint/2010/main" val="49853251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하나님말씀">
    <p:bg>
      <p:bgPr>
        <a:solidFill>
          <a:schemeClr val="bg1"/>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xmlns="" id="{C5AA85FA-3E58-1861-000B-3AD949E6888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762"/>
            <a:ext cx="9144000" cy="5133974"/>
          </a:xfrm>
          <a:prstGeom prst="rect">
            <a:avLst/>
          </a:prstGeom>
        </p:spPr>
      </p:pic>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323557" y="309489"/>
            <a:ext cx="6358597" cy="4642339"/>
          </a:xfrm>
        </p:spPr>
        <p:txBody>
          <a:bodyPr anchor="t">
            <a:normAutofit/>
          </a:bodyPr>
          <a:lstStyle>
            <a:lvl1pPr algn="ctr">
              <a:lnSpc>
                <a:spcPct val="140000"/>
              </a:lnSpc>
              <a:defRPr sz="2400" b="1">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spTree>
    <p:extLst>
      <p:ext uri="{BB962C8B-B14F-4D97-AF65-F5344CB8AC3E}">
        <p14:creationId xmlns:p14="http://schemas.microsoft.com/office/powerpoint/2010/main" val="19685378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4_하나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6853592" cy="3873500"/>
          </a:xfrm>
        </p:spPr>
        <p:txBody>
          <a:bodyPr anchor="t">
            <a:normAutofit/>
          </a:bodyPr>
          <a:lstStyle>
            <a:lvl1pPr algn="ctr">
              <a:lnSpc>
                <a:spcPct val="14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3" name="그림 2">
            <a:extLst>
              <a:ext uri="{FF2B5EF4-FFF2-40B4-BE49-F238E27FC236}">
                <a16:creationId xmlns:a16="http://schemas.microsoft.com/office/drawing/2014/main" xmlns="" id="{D1EC4022-3EA5-4CAE-9F92-7FCE78ACAE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47121" y="662838"/>
            <a:ext cx="2641270" cy="4355555"/>
          </a:xfrm>
          <a:prstGeom prst="rect">
            <a:avLst/>
          </a:prstGeom>
        </p:spPr>
      </p:pic>
      <p:pic>
        <p:nvPicPr>
          <p:cNvPr id="6" name="그림 5">
            <a:extLst>
              <a:ext uri="{FF2B5EF4-FFF2-40B4-BE49-F238E27FC236}">
                <a16:creationId xmlns:a16="http://schemas.microsoft.com/office/drawing/2014/main" xmlns="" id="{DFD943A4-1F33-5763-801A-DAA8179C537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7440" r="22713"/>
          <a:stretch/>
        </p:blipFill>
        <p:spPr>
          <a:xfrm>
            <a:off x="-229549" y="-284463"/>
            <a:ext cx="2353341" cy="5712426"/>
          </a:xfrm>
          <a:prstGeom prst="rect">
            <a:avLst/>
          </a:prstGeom>
        </p:spPr>
      </p:pic>
    </p:spTree>
    <p:extLst>
      <p:ext uri="{BB962C8B-B14F-4D97-AF65-F5344CB8AC3E}">
        <p14:creationId xmlns:p14="http://schemas.microsoft.com/office/powerpoint/2010/main" val="243404796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성령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6853592" cy="3873500"/>
          </a:xfrm>
        </p:spPr>
        <p:txBody>
          <a:bodyPr anchor="t">
            <a:normAutofit/>
          </a:bodyPr>
          <a:lstStyle>
            <a:lvl1pPr algn="ctr">
              <a:lnSpc>
                <a:spcPct val="14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10" name="그림 9">
            <a:extLst>
              <a:ext uri="{FF2B5EF4-FFF2-40B4-BE49-F238E27FC236}">
                <a16:creationId xmlns:a16="http://schemas.microsoft.com/office/drawing/2014/main" xmlns="" id="{D4D4FF6A-29D4-AC3E-07F0-D0E10627D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57472"/>
            <a:ext cx="2641270" cy="4355555"/>
          </a:xfrm>
          <a:prstGeom prst="rect">
            <a:avLst/>
          </a:prstGeom>
        </p:spPr>
      </p:pic>
    </p:spTree>
    <p:extLst>
      <p:ext uri="{BB962C8B-B14F-4D97-AF65-F5344CB8AC3E}">
        <p14:creationId xmlns:p14="http://schemas.microsoft.com/office/powerpoint/2010/main" val="111165284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성령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1905000" y="698500"/>
            <a:ext cx="5296989" cy="3908334"/>
          </a:xfrm>
        </p:spPr>
        <p:txBody>
          <a:bodyPr anchor="t">
            <a:normAutofit/>
          </a:bodyPr>
          <a:lstStyle>
            <a:lvl1pPr algn="ctr">
              <a:lnSpc>
                <a:spcPct val="14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10" name="그림 9">
            <a:extLst>
              <a:ext uri="{FF2B5EF4-FFF2-40B4-BE49-F238E27FC236}">
                <a16:creationId xmlns:a16="http://schemas.microsoft.com/office/drawing/2014/main" xmlns="" id="{D4D4FF6A-29D4-AC3E-07F0-D0E10627D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457472"/>
            <a:ext cx="2812869" cy="4638528"/>
          </a:xfrm>
          <a:prstGeom prst="rect">
            <a:avLst/>
          </a:prstGeom>
        </p:spPr>
      </p:pic>
      <p:pic>
        <p:nvPicPr>
          <p:cNvPr id="3" name="그림 2">
            <a:extLst>
              <a:ext uri="{FF2B5EF4-FFF2-40B4-BE49-F238E27FC236}">
                <a16:creationId xmlns:a16="http://schemas.microsoft.com/office/drawing/2014/main" xmlns="" id="{1EE171EF-1F5D-10C8-174A-6500578D795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91717" y="139472"/>
            <a:ext cx="2747486" cy="4864555"/>
          </a:xfrm>
          <a:prstGeom prst="rect">
            <a:avLst/>
          </a:prstGeom>
        </p:spPr>
      </p:pic>
    </p:spTree>
    <p:extLst>
      <p:ext uri="{BB962C8B-B14F-4D97-AF65-F5344CB8AC3E}">
        <p14:creationId xmlns:p14="http://schemas.microsoft.com/office/powerpoint/2010/main" val="297566811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예수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524540" y="698499"/>
            <a:ext cx="6592186" cy="4036533"/>
          </a:xfrm>
        </p:spPr>
        <p:txBody>
          <a:bodyPr anchor="t">
            <a:normAutofit/>
          </a:bodyPr>
          <a:lstStyle>
            <a:lvl1pPr algn="ctr" latinLnBrk="0">
              <a:lnSpc>
                <a:spcPct val="130000"/>
              </a:lnSpc>
              <a:defRPr sz="2400">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4" name="그림 3">
            <a:extLst>
              <a:ext uri="{FF2B5EF4-FFF2-40B4-BE49-F238E27FC236}">
                <a16:creationId xmlns:a16="http://schemas.microsoft.com/office/drawing/2014/main" xmlns="" id="{924A9836-32B2-A087-3647-58F0E20569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643751" y="-129523"/>
            <a:ext cx="2747486" cy="4864555"/>
          </a:xfrm>
          <a:prstGeom prst="rect">
            <a:avLst/>
          </a:prstGeom>
        </p:spPr>
      </p:pic>
    </p:spTree>
    <p:extLst>
      <p:ext uri="{BB962C8B-B14F-4D97-AF65-F5344CB8AC3E}">
        <p14:creationId xmlns:p14="http://schemas.microsoft.com/office/powerpoint/2010/main" val="225457244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성령님말씀">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xmlns="" id="{E1946BD4-7682-C8C7-FB72-50A6A65034FD}"/>
              </a:ext>
            </a:extLst>
          </p:cNvPr>
          <p:cNvSpPr>
            <a:spLocks noGrp="1"/>
          </p:cNvSpPr>
          <p:nvPr>
            <p:ph type="title" hasCustomPrompt="1"/>
          </p:nvPr>
        </p:nvSpPr>
        <p:spPr>
          <a:xfrm>
            <a:off x="535259" y="698500"/>
            <a:ext cx="6891453" cy="3873500"/>
          </a:xfrm>
        </p:spPr>
        <p:txBody>
          <a:bodyPr anchor="t">
            <a:normAutofit/>
          </a:bodyPr>
          <a:lstStyle>
            <a:lvl1pPr algn="ctr">
              <a:lnSpc>
                <a:spcPct val="140000"/>
              </a:lnSpc>
              <a:defRPr sz="2800" b="1">
                <a:latin typeface="한컴 고딕" panose="02000500000000000000" pitchFamily="2" charset="-127"/>
                <a:ea typeface="한컴 고딕" panose="02000500000000000000" pitchFamily="2" charset="-127"/>
              </a:defRPr>
            </a:lvl1pPr>
          </a:lstStyle>
          <a:p>
            <a:r>
              <a:rPr lang="ko-KR" altLang="en-US" dirty="0"/>
              <a:t>마스터 제목 스타일 편집</a:t>
            </a:r>
            <a:r>
              <a:rPr lang="en-US" altLang="ko-KR" dirty="0" err="1"/>
              <a:t>sdfsadfjasldfasldfasdfsf</a:t>
            </a:r>
            <a:endParaRPr lang="ko-KR" altLang="en-US" dirty="0"/>
          </a:p>
        </p:txBody>
      </p:sp>
      <p:pic>
        <p:nvPicPr>
          <p:cNvPr id="3" name="그림 2">
            <a:extLst>
              <a:ext uri="{FF2B5EF4-FFF2-40B4-BE49-F238E27FC236}">
                <a16:creationId xmlns:a16="http://schemas.microsoft.com/office/drawing/2014/main" xmlns="" id="{561AD558-84F7-82AD-33B3-0C672479EB1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6976" t="12457" r="8839"/>
          <a:stretch/>
        </p:blipFill>
        <p:spPr>
          <a:xfrm>
            <a:off x="7076220" y="571500"/>
            <a:ext cx="2367294" cy="4820094"/>
          </a:xfrm>
          <a:prstGeom prst="rect">
            <a:avLst/>
          </a:prstGeom>
        </p:spPr>
      </p:pic>
    </p:spTree>
    <p:extLst>
      <p:ext uri="{BB962C8B-B14F-4D97-AF65-F5344CB8AC3E}">
        <p14:creationId xmlns:p14="http://schemas.microsoft.com/office/powerpoint/2010/main" val="170436483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잠언 배경">
    <p:bg>
      <p:bgRef idx="1001">
        <a:schemeClr val="bg1"/>
      </p:bgRef>
    </p:bg>
    <p:spTree>
      <p:nvGrpSpPr>
        <p:cNvPr id="1" name=""/>
        <p:cNvGrpSpPr/>
        <p:nvPr/>
      </p:nvGrpSpPr>
      <p:grpSpPr>
        <a:xfrm>
          <a:off x="0" y="0"/>
          <a:ext cx="0" cy="0"/>
          <a:chOff x="0" y="0"/>
          <a:chExt cx="0" cy="0"/>
        </a:xfrm>
      </p:grpSpPr>
      <p:pic>
        <p:nvPicPr>
          <p:cNvPr id="12" name="그림 11" descr="사진 액자, 직사각형, 프레임이(가) 표시된 사진&#10;&#10;자동 생성된 설명">
            <a:extLst>
              <a:ext uri="{FF2B5EF4-FFF2-40B4-BE49-F238E27FC236}">
                <a16:creationId xmlns:a16="http://schemas.microsoft.com/office/drawing/2014/main" xmlns="" id="{425662BC-6045-88D1-39D0-C39477FA684B}"/>
              </a:ext>
            </a:extLst>
          </p:cNvPr>
          <p:cNvPicPr>
            <a:picLocks noChangeAspect="1"/>
          </p:cNvPicPr>
          <p:nvPr userDrawn="1"/>
        </p:nvPicPr>
        <p:blipFill>
          <a:blip r:embed="rId2"/>
          <a:stretch>
            <a:fillRect/>
          </a:stretch>
        </p:blipFill>
        <p:spPr>
          <a:xfrm>
            <a:off x="87086" y="48986"/>
            <a:ext cx="8882743" cy="4996543"/>
          </a:xfrm>
          <a:prstGeom prst="rect">
            <a:avLst/>
          </a:prstGeom>
        </p:spPr>
      </p:pic>
      <p:sp>
        <p:nvSpPr>
          <p:cNvPr id="13" name="제목 1">
            <a:extLst>
              <a:ext uri="{FF2B5EF4-FFF2-40B4-BE49-F238E27FC236}">
                <a16:creationId xmlns:a16="http://schemas.microsoft.com/office/drawing/2014/main" xmlns="" id="{AC88DE36-6615-E045-795B-F34F79814EDF}"/>
              </a:ext>
            </a:extLst>
          </p:cNvPr>
          <p:cNvSpPr>
            <a:spLocks noGrp="1"/>
          </p:cNvSpPr>
          <p:nvPr>
            <p:ph type="title" hasCustomPrompt="1"/>
          </p:nvPr>
        </p:nvSpPr>
        <p:spPr>
          <a:xfrm>
            <a:off x="1052623" y="498203"/>
            <a:ext cx="7038754" cy="3873500"/>
          </a:xfrm>
        </p:spPr>
        <p:txBody>
          <a:bodyPr anchor="t">
            <a:normAutofit/>
          </a:bodyPr>
          <a:lstStyle>
            <a:lvl1pPr algn="ctr">
              <a:lnSpc>
                <a:spcPct val="140000"/>
              </a:lnSpc>
              <a:defRPr sz="2400">
                <a:latin typeface="마루 부리 굵은" pitchFamily="50" charset="-127"/>
                <a:ea typeface="마루 부리 굵은" pitchFamily="50" charset="-127"/>
              </a:defRPr>
            </a:lvl1pPr>
          </a:lstStyle>
          <a:p>
            <a:r>
              <a:rPr lang="ko-KR" altLang="en-US" dirty="0"/>
              <a:t>마스터 제목 스타일 편집</a:t>
            </a:r>
            <a:r>
              <a:rPr lang="en-US" altLang="ko-KR" dirty="0" err="1"/>
              <a:t>sdfsadfjasldfasldfasdfsf</a:t>
            </a:r>
            <a:endParaRPr lang="ko-KR" altLang="en-US" dirty="0"/>
          </a:p>
        </p:txBody>
      </p:sp>
    </p:spTree>
    <p:extLst>
      <p:ext uri="{BB962C8B-B14F-4D97-AF65-F5344CB8AC3E}">
        <p14:creationId xmlns:p14="http://schemas.microsoft.com/office/powerpoint/2010/main" val="2311069675"/>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사용자 지정 레이아웃">
    <p:bg>
      <p:bgRef idx="1001">
        <a:schemeClr val="bg1"/>
      </p:bgRef>
    </p:bg>
    <p:spTree>
      <p:nvGrpSpPr>
        <p:cNvPr id="1" name=""/>
        <p:cNvGrpSpPr/>
        <p:nvPr/>
      </p:nvGrpSpPr>
      <p:grpSpPr>
        <a:xfrm>
          <a:off x="0" y="0"/>
          <a:ext cx="0" cy="0"/>
          <a:chOff x="0" y="0"/>
          <a:chExt cx="0" cy="0"/>
        </a:xfrm>
      </p:grpSpPr>
      <p:pic>
        <p:nvPicPr>
          <p:cNvPr id="3" name="그림 2">
            <a:extLst>
              <a:ext uri="{FF2B5EF4-FFF2-40B4-BE49-F238E27FC236}">
                <a16:creationId xmlns="" xmlns:a16="http://schemas.microsoft.com/office/drawing/2014/main" id="{2CD76CAA-7BB2-2348-47A2-C4AA575B2EC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59276"/>
          <a:stretch/>
        </p:blipFill>
        <p:spPr>
          <a:xfrm>
            <a:off x="192289" y="221879"/>
            <a:ext cx="8772121" cy="3419096"/>
          </a:xfrm>
          <a:prstGeom prst="rect">
            <a:avLst/>
          </a:prstGeom>
        </p:spPr>
      </p:pic>
      <p:pic>
        <p:nvPicPr>
          <p:cNvPr id="6" name="그림 5">
            <a:extLst>
              <a:ext uri="{FF2B5EF4-FFF2-40B4-BE49-F238E27FC236}">
                <a16:creationId xmlns="" xmlns:a16="http://schemas.microsoft.com/office/drawing/2014/main" id="{1AE021DA-2543-57ED-23EF-0749AC9EAC2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902758"/>
            <a:ext cx="9144000" cy="3818965"/>
          </a:xfrm>
          <a:prstGeom prst="rect">
            <a:avLst/>
          </a:prstGeom>
        </p:spPr>
      </p:pic>
      <p:sp>
        <p:nvSpPr>
          <p:cNvPr id="7" name="제목 1">
            <a:extLst>
              <a:ext uri="{FF2B5EF4-FFF2-40B4-BE49-F238E27FC236}">
                <a16:creationId xmlns="" xmlns:a16="http://schemas.microsoft.com/office/drawing/2014/main" id="{134A8121-1C8D-23A0-1E8D-5FB7887FA981}"/>
              </a:ext>
            </a:extLst>
          </p:cNvPr>
          <p:cNvSpPr>
            <a:spLocks noGrp="1"/>
          </p:cNvSpPr>
          <p:nvPr>
            <p:ph type="title" hasCustomPrompt="1"/>
          </p:nvPr>
        </p:nvSpPr>
        <p:spPr>
          <a:xfrm>
            <a:off x="812800" y="1110344"/>
            <a:ext cx="7531100" cy="3722914"/>
          </a:xfrm>
        </p:spPr>
        <p:txBody>
          <a:bodyPr>
            <a:normAutofit/>
          </a:bodyPr>
          <a:lstStyle>
            <a:lvl1pPr algn="ctr" latinLnBrk="0">
              <a:lnSpc>
                <a:spcPct val="130000"/>
              </a:lnSpc>
              <a:defRPr sz="2500">
                <a:latin typeface="HY견명조" panose="02030600000101010101" pitchFamily="18" charset="-127"/>
                <a:ea typeface="HY견명조" panose="02030600000101010101" pitchFamily="18" charset="-127"/>
              </a:defRPr>
            </a:lvl1pPr>
          </a:lstStyle>
          <a:p>
            <a:r>
              <a:rPr lang="ko-KR" altLang="en-US" dirty="0"/>
              <a:t>마스터 제목 스타일 편집마스터 제목 스타일 편집마스터 제목 스타일 편집</a:t>
            </a:r>
          </a:p>
        </p:txBody>
      </p:sp>
    </p:spTree>
    <p:extLst>
      <p:ext uri="{BB962C8B-B14F-4D97-AF65-F5344CB8AC3E}">
        <p14:creationId xmlns:p14="http://schemas.microsoft.com/office/powerpoint/2010/main" val="1549853008"/>
      </p:ext>
    </p:extLst>
  </p:cSld>
  <p:clrMapOvr>
    <a:overrideClrMapping bg1="lt1" tx1="dk1" bg2="lt2" tx2="dk2" accent1="accent1" accent2="accent2" accent3="accent3" accent4="accent4" accent5="accent5" accent6="accent6" hlink="hlink" folHlink="folHlink"/>
  </p:clrMapOvr>
</p:sldLayout>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9" Type="http://schemas.openxmlformats.org/officeDocument/2006/relationships/theme" Target="../theme/theme3.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34" Type="http://schemas.openxmlformats.org/officeDocument/2006/relationships/slideLayout" Target="../slideLayouts/slideLayout84.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33" Type="http://schemas.openxmlformats.org/officeDocument/2006/relationships/slideLayout" Target="../slideLayouts/slideLayout83.xml"/><Relationship Id="rId38" Type="http://schemas.openxmlformats.org/officeDocument/2006/relationships/slideLayout" Target="../slideLayouts/slideLayout88.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29" Type="http://schemas.openxmlformats.org/officeDocument/2006/relationships/slideLayout" Target="../slideLayouts/slideLayout79.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32" Type="http://schemas.openxmlformats.org/officeDocument/2006/relationships/slideLayout" Target="../slideLayouts/slideLayout82.xml"/><Relationship Id="rId37" Type="http://schemas.openxmlformats.org/officeDocument/2006/relationships/slideLayout" Target="../slideLayouts/slideLayout87.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36" Type="http://schemas.openxmlformats.org/officeDocument/2006/relationships/slideLayout" Target="../slideLayouts/slideLayout86.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31" Type="http://schemas.openxmlformats.org/officeDocument/2006/relationships/slideLayout" Target="../slideLayouts/slideLayout81.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slideLayout" Target="../slideLayouts/slideLayout80.xml"/><Relationship Id="rId35" Type="http://schemas.openxmlformats.org/officeDocument/2006/relationships/slideLayout" Target="../slideLayouts/slideLayout85.xml"/></Relationships>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FF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274321"/>
            <a:ext cx="7886700" cy="994172"/>
          </a:xfrm>
          <a:prstGeom prst="rect">
            <a:avLst/>
          </a:prstGeom>
        </p:spPr>
        <p:txBody>
          <a:bodyPr vert="horz" lIns="91416" tIns="45708" rIns="91416" bIns="45708"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633845" y="1371612"/>
            <a:ext cx="7886700" cy="3263503"/>
          </a:xfrm>
          <a:prstGeom prst="rect">
            <a:avLst/>
          </a:prstGeom>
        </p:spPr>
        <p:txBody>
          <a:bodyPr vert="horz" lIns="91416" tIns="45708" rIns="91416" bIns="45708"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628650" y="4767264"/>
            <a:ext cx="2057400" cy="273844"/>
          </a:xfrm>
          <a:prstGeom prst="rect">
            <a:avLst/>
          </a:prstGeom>
        </p:spPr>
        <p:txBody>
          <a:bodyPr vert="horz" lIns="91416" tIns="45708" rIns="91416" bIns="45708" rtlCol="0" anchor="ctr"/>
          <a:lstStyle>
            <a:lvl1pPr algn="l">
              <a:defRPr sz="800">
                <a:solidFill>
                  <a:schemeClr val="tx1">
                    <a:lumMod val="65000"/>
                    <a:lumOff val="35000"/>
                  </a:schemeClr>
                </a:solidFill>
              </a:defRPr>
            </a:lvl1pPr>
          </a:lstStyle>
          <a:p>
            <a:pPr marL="0" marR="0" lvl="0" indent="0" algn="l" defTabSz="685596" rtl="0" eaLnBrk="1" fontAlgn="auto" latinLnBrk="1" hangingPunct="1">
              <a:lnSpc>
                <a:spcPct val="100000"/>
              </a:lnSpc>
              <a:spcBef>
                <a:spcPts val="0"/>
              </a:spcBef>
              <a:spcAft>
                <a:spcPts val="0"/>
              </a:spcAft>
              <a:buClrTx/>
              <a:buSzTx/>
              <a:buFontTx/>
              <a:buNone/>
              <a:tabLst/>
              <a:defRPr/>
            </a:pPr>
            <a:fld id="{CD068C5D-B6AA-4A61-A794-053EEED8BB1F}" type="datetimeFigureOut">
              <a:rPr kumimoji="0" lang="ko-KR" altLang="en-US" sz="800" b="0" i="0" u="none" strike="noStrike" kern="1200" cap="none" spc="0" normalizeH="0" baseline="0" noProof="0" smtClean="0">
                <a:ln>
                  <a:noFill/>
                </a:ln>
                <a:solidFill>
                  <a:prstClr val="black">
                    <a:lumMod val="65000"/>
                    <a:lumOff val="35000"/>
                  </a:prstClr>
                </a:solidFill>
                <a:effectLst/>
                <a:uLnTx/>
                <a:uFillTx/>
                <a:latin typeface="Calibri"/>
                <a:ea typeface="맑은 고딕" panose="020B0503020000020004" pitchFamily="50" charset="-127"/>
                <a:cs typeface="+mn-cs"/>
              </a:rPr>
              <a:pPr marL="0" marR="0" lvl="0" indent="0" algn="l" defTabSz="685596" rtl="0" eaLnBrk="1" fontAlgn="auto" latinLnBrk="1" hangingPunct="1">
                <a:lnSpc>
                  <a:spcPct val="100000"/>
                </a:lnSpc>
                <a:spcBef>
                  <a:spcPts val="0"/>
                </a:spcBef>
                <a:spcAft>
                  <a:spcPts val="0"/>
                </a:spcAft>
                <a:buClrTx/>
                <a:buSzTx/>
                <a:buFontTx/>
                <a:buNone/>
                <a:tabLst/>
                <a:defRPr/>
              </a:pPr>
              <a:t>2026-07-22</a:t>
            </a:fld>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16" tIns="45708" rIns="91416" bIns="45708" rtlCol="0" anchor="ctr"/>
          <a:lstStyle>
            <a:lvl1pPr algn="ctr">
              <a:defRPr sz="800">
                <a:solidFill>
                  <a:schemeClr val="tx1">
                    <a:lumMod val="65000"/>
                    <a:lumOff val="35000"/>
                  </a:schemeClr>
                </a:solidFill>
              </a:defRPr>
            </a:lvl1pPr>
          </a:lstStyle>
          <a:p>
            <a:pPr marL="0" marR="0" lvl="0" indent="0" algn="ctr" defTabSz="685596"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lumMod val="65000"/>
                  <a:lumOff val="35000"/>
                </a:prstClr>
              </a:solidFill>
              <a:effectLst/>
              <a:uLnTx/>
              <a:uFillTx/>
              <a:latin typeface="Calibri"/>
              <a:ea typeface="맑은 고딕" panose="020B0503020000020004" pitchFamily="50" charset="-127"/>
              <a:cs typeface="+mn-cs"/>
            </a:endParaRPr>
          </a:p>
        </p:txBody>
      </p:sp>
      <p:sp>
        <p:nvSpPr>
          <p:cNvPr id="6" name="Slide Number Placeholder 5"/>
          <p:cNvSpPr>
            <a:spLocks noGrp="1"/>
          </p:cNvSpPr>
          <p:nvPr>
            <p:ph type="sldNum" sz="quarter" idx="4"/>
          </p:nvPr>
        </p:nvSpPr>
        <p:spPr>
          <a:xfrm>
            <a:off x="6463145" y="4767264"/>
            <a:ext cx="2057400" cy="273844"/>
          </a:xfrm>
          <a:prstGeom prst="rect">
            <a:avLst/>
          </a:prstGeom>
        </p:spPr>
        <p:txBody>
          <a:bodyPr vert="horz" lIns="91416" tIns="45708" rIns="91416" bIns="45708" rtlCol="0" anchor="ctr"/>
          <a:lstStyle>
            <a:lvl1pPr algn="r">
              <a:defRPr sz="800">
                <a:solidFill>
                  <a:schemeClr val="tx1">
                    <a:tint val="75000"/>
                  </a:schemeClr>
                </a:solidFill>
              </a:defRPr>
            </a:lvl1pPr>
          </a:lstStyle>
          <a:p>
            <a:pPr marL="0" marR="0" lvl="0" indent="0" algn="r" defTabSz="685596" rtl="0" eaLnBrk="1" fontAlgn="auto" latinLnBrk="1" hangingPunct="1">
              <a:lnSpc>
                <a:spcPct val="100000"/>
              </a:lnSpc>
              <a:spcBef>
                <a:spcPts val="0"/>
              </a:spcBef>
              <a:spcAft>
                <a:spcPts val="0"/>
              </a:spcAft>
              <a:buClrTx/>
              <a:buSzTx/>
              <a:buFontTx/>
              <a:buNone/>
              <a:tabLst/>
              <a:defRPr/>
            </a:pPr>
            <a:fld id="{4745F44B-4CEE-44B5-B330-2D44739D2DCA}" type="slidenum">
              <a:rPr kumimoji="0" lang="ko-KR" altLang="en-US" sz="800" b="0" i="0" u="none" strike="noStrike" kern="1200" cap="none" spc="0" normalizeH="0" baseline="0" noProof="0" smtClean="0">
                <a:ln>
                  <a:noFill/>
                </a:ln>
                <a:solidFill>
                  <a:prstClr val="black">
                    <a:tint val="75000"/>
                  </a:prstClr>
                </a:solidFill>
                <a:effectLst/>
                <a:uLnTx/>
                <a:uFillTx/>
                <a:latin typeface="Calibri"/>
                <a:ea typeface="맑은 고딕" panose="020B0503020000020004" pitchFamily="50" charset="-127"/>
                <a:cs typeface="+mn-cs"/>
              </a:rPr>
              <a:pPr marL="0" marR="0" lvl="0" indent="0" algn="r" defTabSz="685596" rtl="0" eaLnBrk="1" fontAlgn="auto" latinLnBrk="1" hangingPunct="1">
                <a:lnSpc>
                  <a:spcPct val="100000"/>
                </a:lnSpc>
                <a:spcBef>
                  <a:spcPts val="0"/>
                </a:spcBef>
                <a:spcAft>
                  <a:spcPts val="0"/>
                </a:spcAft>
                <a:buClrTx/>
                <a:buSzTx/>
                <a:buFontTx/>
                <a:buNone/>
                <a:tabLst/>
                <a:defRPr/>
              </a:pPr>
              <a:t>‹#›</a:t>
            </a:fld>
            <a:endParaRPr kumimoji="0" lang="ko-KR" altLang="en-US" sz="800" b="0" i="0" u="none" strike="noStrike" kern="1200" cap="none" spc="0" normalizeH="0" baseline="0" noProof="0" dirty="0">
              <a:ln>
                <a:noFill/>
              </a:ln>
              <a:solidFill>
                <a:prstClr val="black">
                  <a:tint val="75000"/>
                </a:prstClr>
              </a:solidFill>
              <a:effectLst/>
              <a:uLnTx/>
              <a:uFillTx/>
              <a:latin typeface="Calibri"/>
              <a:ea typeface="맑은 고딕" panose="020B0503020000020004" pitchFamily="50" charset="-127"/>
              <a:cs typeface="+mn-cs"/>
            </a:endParaRPr>
          </a:p>
        </p:txBody>
      </p:sp>
    </p:spTree>
    <p:extLst>
      <p:ext uri="{BB962C8B-B14F-4D97-AF65-F5344CB8AC3E}">
        <p14:creationId xmlns:p14="http://schemas.microsoft.com/office/powerpoint/2010/main" val="4122996339"/>
      </p:ext>
    </p:extLst>
  </p:cSld>
  <p:clrMap bg1="lt1" tx1="dk1" bg2="lt2" tx2="dk2" accent1="accent1" accent2="accent2" accent3="accent3" accent4="accent4" accent5="accent5" accent6="accent6" hlink="hlink" folHlink="folHlink"/>
  <p:sldLayoutIdLst>
    <p:sldLayoutId id="2147483883" r:id="rId1"/>
    <p:sldLayoutId id="2147483885" r:id="rId2"/>
    <p:sldLayoutId id="2147483886" r:id="rId3"/>
    <p:sldLayoutId id="2147483887" r:id="rId4"/>
    <p:sldLayoutId id="2147483959" r:id="rId5"/>
    <p:sldLayoutId id="2147483888" r:id="rId6"/>
    <p:sldLayoutId id="2147483889" r:id="rId7"/>
    <p:sldLayoutId id="2147483890" r:id="rId8"/>
    <p:sldLayoutId id="2147483891" r:id="rId9"/>
    <p:sldLayoutId id="2147483957" r:id="rId10"/>
    <p:sldLayoutId id="2147483958" r:id="rId11"/>
    <p:sldLayoutId id="2147483892" r:id="rId12"/>
    <p:sldLayoutId id="2147483893" r:id="rId13"/>
    <p:sldLayoutId id="2147483894" r:id="rId14"/>
    <p:sldLayoutId id="2147483895" r:id="rId15"/>
    <p:sldLayoutId id="2147483896" r:id="rId16"/>
    <p:sldLayoutId id="2147483897" r:id="rId17"/>
    <p:sldLayoutId id="2147483898" r:id="rId18"/>
    <p:sldLayoutId id="2147483899" r:id="rId19"/>
    <p:sldLayoutId id="2147483900" r:id="rId20"/>
    <p:sldLayoutId id="2147483901" r:id="rId21"/>
    <p:sldLayoutId id="2147483902" r:id="rId22"/>
    <p:sldLayoutId id="2147483903" r:id="rId23"/>
    <p:sldLayoutId id="2147483962" r:id="rId24"/>
    <p:sldLayoutId id="2147483904" r:id="rId25"/>
    <p:sldLayoutId id="2147483905" r:id="rId26"/>
    <p:sldLayoutId id="2147483906" r:id="rId27"/>
    <p:sldLayoutId id="2147483907" r:id="rId28"/>
    <p:sldLayoutId id="2147483908" r:id="rId29"/>
    <p:sldLayoutId id="2147483961" r:id="rId30"/>
    <p:sldLayoutId id="2147483909" r:id="rId31"/>
    <p:sldLayoutId id="2147483910" r:id="rId32"/>
    <p:sldLayoutId id="2147483911" r:id="rId33"/>
    <p:sldLayoutId id="2147483912" r:id="rId34"/>
    <p:sldLayoutId id="2147483913" r:id="rId35"/>
    <p:sldLayoutId id="2147483914" r:id="rId36"/>
    <p:sldLayoutId id="2147483915" r:id="rId37"/>
    <p:sldLayoutId id="2147483968" r:id="rId38"/>
  </p:sldLayoutIdLst>
  <p:txStyles>
    <p:titleStyle>
      <a:lvl1pPr algn="l" defTabSz="685596"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02" indent="-171402" algn="l" defTabSz="685596" rtl="0" eaLnBrk="1" latinLnBrk="1"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205" indent="-171402" algn="l" defTabSz="685596" rtl="0" eaLnBrk="1" latinLnBrk="1"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6997" indent="-171402" algn="l" defTabSz="685596" rtl="0" eaLnBrk="1" latinLnBrk="1"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199790" indent="-171402" algn="l" defTabSz="685596" rtl="0" eaLnBrk="1" latinLnBrk="1" hangingPunct="1">
        <a:lnSpc>
          <a:spcPct val="90000"/>
        </a:lnSpc>
        <a:spcBef>
          <a:spcPts val="375"/>
        </a:spcBef>
        <a:buFont typeface="Wingdings 2" pitchFamily="18" charset="2"/>
        <a:buChar char=""/>
        <a:defRPr sz="1400" kern="1200">
          <a:solidFill>
            <a:schemeClr val="tx1"/>
          </a:solidFill>
          <a:latin typeface="+mn-lt"/>
          <a:ea typeface="+mn-ea"/>
          <a:cs typeface="+mn-cs"/>
        </a:defRPr>
      </a:lvl4pPr>
      <a:lvl5pPr marL="1542584" indent="-171402" algn="l" defTabSz="685596" rtl="0" eaLnBrk="1" latinLnBrk="1" hangingPunct="1">
        <a:lnSpc>
          <a:spcPct val="90000"/>
        </a:lnSpc>
        <a:spcBef>
          <a:spcPts val="375"/>
        </a:spcBef>
        <a:buFont typeface="Wingdings 2" pitchFamily="18" charset="2"/>
        <a:buChar char=""/>
        <a:defRPr sz="1400" kern="1200">
          <a:solidFill>
            <a:schemeClr val="tx1"/>
          </a:solidFill>
          <a:latin typeface="+mn-lt"/>
          <a:ea typeface="+mn-ea"/>
          <a:cs typeface="+mn-cs"/>
        </a:defRPr>
      </a:lvl5pPr>
      <a:lvl6pPr marL="1885386" indent="-171402" algn="l" defTabSz="685596" rtl="0" eaLnBrk="1" latinLnBrk="1" hangingPunct="1">
        <a:spcBef>
          <a:spcPct val="20000"/>
        </a:spcBef>
        <a:buFont typeface="Wingdings 2" pitchFamily="18" charset="2"/>
        <a:buChar char=""/>
        <a:defRPr sz="1400" kern="1200">
          <a:solidFill>
            <a:schemeClr val="tx1"/>
          </a:solidFill>
          <a:latin typeface="+mn-lt"/>
          <a:ea typeface="+mn-ea"/>
          <a:cs typeface="+mn-cs"/>
        </a:defRPr>
      </a:lvl6pPr>
      <a:lvl7pPr marL="2228184" indent="-171402" algn="l" defTabSz="685596" rtl="0" eaLnBrk="1" latinLnBrk="1" hangingPunct="1">
        <a:spcBef>
          <a:spcPct val="20000"/>
        </a:spcBef>
        <a:buFont typeface="Wingdings 2" pitchFamily="18" charset="2"/>
        <a:buChar char=""/>
        <a:defRPr sz="1400" kern="1200">
          <a:solidFill>
            <a:schemeClr val="tx1"/>
          </a:solidFill>
          <a:latin typeface="+mn-lt"/>
          <a:ea typeface="+mn-ea"/>
          <a:cs typeface="+mn-cs"/>
        </a:defRPr>
      </a:lvl7pPr>
      <a:lvl8pPr marL="2570982" indent="-171402" algn="l" defTabSz="685596" rtl="0" eaLnBrk="1" latinLnBrk="1" hangingPunct="1">
        <a:spcBef>
          <a:spcPct val="20000"/>
        </a:spcBef>
        <a:buFont typeface="Wingdings 2" pitchFamily="18" charset="2"/>
        <a:buChar char=""/>
        <a:defRPr sz="1400" kern="1200">
          <a:solidFill>
            <a:schemeClr val="tx1"/>
          </a:solidFill>
          <a:latin typeface="+mn-lt"/>
          <a:ea typeface="+mn-ea"/>
          <a:cs typeface="+mn-cs"/>
        </a:defRPr>
      </a:lvl8pPr>
      <a:lvl9pPr marL="2913785" indent="-171402" algn="l" defTabSz="685596" rtl="0" eaLnBrk="1" latinLnBrk="1" hangingPunct="1">
        <a:spcBef>
          <a:spcPct val="20000"/>
        </a:spcBef>
        <a:buFont typeface="Wingdings 2" pitchFamily="18" charset="2"/>
        <a:buChar char=""/>
        <a:defRPr sz="1400" kern="1200">
          <a:solidFill>
            <a:schemeClr val="tx1"/>
          </a:solidFill>
          <a:latin typeface="+mn-lt"/>
          <a:ea typeface="+mn-ea"/>
          <a:cs typeface="+mn-cs"/>
        </a:defRPr>
      </a:lvl9pPr>
    </p:bodyStyle>
    <p:otherStyle>
      <a:defPPr>
        <a:defRPr lang="en-US"/>
      </a:defPPr>
      <a:lvl1pPr marL="0" algn="l" defTabSz="685596" rtl="0" eaLnBrk="1" latinLnBrk="1" hangingPunct="1">
        <a:defRPr sz="1400" kern="1200">
          <a:solidFill>
            <a:schemeClr val="tx1"/>
          </a:solidFill>
          <a:latin typeface="+mn-lt"/>
          <a:ea typeface="+mn-ea"/>
          <a:cs typeface="+mn-cs"/>
        </a:defRPr>
      </a:lvl1pPr>
      <a:lvl2pPr marL="342794" algn="l" defTabSz="685596" rtl="0" eaLnBrk="1" latinLnBrk="1" hangingPunct="1">
        <a:defRPr sz="1400" kern="1200">
          <a:solidFill>
            <a:schemeClr val="tx1"/>
          </a:solidFill>
          <a:latin typeface="+mn-lt"/>
          <a:ea typeface="+mn-ea"/>
          <a:cs typeface="+mn-cs"/>
        </a:defRPr>
      </a:lvl2pPr>
      <a:lvl3pPr marL="685596" algn="l" defTabSz="685596" rtl="0" eaLnBrk="1" latinLnBrk="1" hangingPunct="1">
        <a:defRPr sz="1400" kern="1200">
          <a:solidFill>
            <a:schemeClr val="tx1"/>
          </a:solidFill>
          <a:latin typeface="+mn-lt"/>
          <a:ea typeface="+mn-ea"/>
          <a:cs typeface="+mn-cs"/>
        </a:defRPr>
      </a:lvl3pPr>
      <a:lvl4pPr marL="1028394" algn="l" defTabSz="685596" rtl="0" eaLnBrk="1" latinLnBrk="1" hangingPunct="1">
        <a:defRPr sz="1400" kern="1200">
          <a:solidFill>
            <a:schemeClr val="tx1"/>
          </a:solidFill>
          <a:latin typeface="+mn-lt"/>
          <a:ea typeface="+mn-ea"/>
          <a:cs typeface="+mn-cs"/>
        </a:defRPr>
      </a:lvl4pPr>
      <a:lvl5pPr marL="1371192" algn="l" defTabSz="685596" rtl="0" eaLnBrk="1" latinLnBrk="1" hangingPunct="1">
        <a:defRPr sz="1400" kern="1200">
          <a:solidFill>
            <a:schemeClr val="tx1"/>
          </a:solidFill>
          <a:latin typeface="+mn-lt"/>
          <a:ea typeface="+mn-ea"/>
          <a:cs typeface="+mn-cs"/>
        </a:defRPr>
      </a:lvl5pPr>
      <a:lvl6pPr marL="1713995" algn="l" defTabSz="685596" rtl="0" eaLnBrk="1" latinLnBrk="1" hangingPunct="1">
        <a:defRPr sz="1400" kern="1200">
          <a:solidFill>
            <a:schemeClr val="tx1"/>
          </a:solidFill>
          <a:latin typeface="+mn-lt"/>
          <a:ea typeface="+mn-ea"/>
          <a:cs typeface="+mn-cs"/>
        </a:defRPr>
      </a:lvl6pPr>
      <a:lvl7pPr marL="2056787" algn="l" defTabSz="685596" rtl="0" eaLnBrk="1" latinLnBrk="1" hangingPunct="1">
        <a:defRPr sz="1400" kern="1200">
          <a:solidFill>
            <a:schemeClr val="tx1"/>
          </a:solidFill>
          <a:latin typeface="+mn-lt"/>
          <a:ea typeface="+mn-ea"/>
          <a:cs typeface="+mn-cs"/>
        </a:defRPr>
      </a:lvl7pPr>
      <a:lvl8pPr marL="2399580" algn="l" defTabSz="685596" rtl="0" eaLnBrk="1" latinLnBrk="1" hangingPunct="1">
        <a:defRPr sz="1400" kern="1200">
          <a:solidFill>
            <a:schemeClr val="tx1"/>
          </a:solidFill>
          <a:latin typeface="+mn-lt"/>
          <a:ea typeface="+mn-ea"/>
          <a:cs typeface="+mn-cs"/>
        </a:defRPr>
      </a:lvl8pPr>
      <a:lvl9pPr marL="2742374" algn="l" defTabSz="685596" rtl="0" eaLnBrk="1" latinLnBrk="1"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 xmlns:a16="http://schemas.microsoft.com/office/drawing/2014/main" id="{00CDC6E3-38A2-42D6-A8F4-B0040EC80CF2}"/>
              </a:ext>
            </a:extLst>
          </p:cNvPr>
          <p:cNvSpPr>
            <a:spLocks noGrp="1"/>
          </p:cNvSpPr>
          <p:nvPr>
            <p:ph type="title"/>
          </p:nvPr>
        </p:nvSpPr>
        <p:spPr>
          <a:xfrm>
            <a:off x="242597" y="674198"/>
            <a:ext cx="8341566" cy="3722914"/>
          </a:xfrm>
        </p:spPr>
        <p:txBody>
          <a:bodyPr>
            <a:normAutofit/>
          </a:bodyPr>
          <a:lstStyle/>
          <a:p>
            <a:pPr fontAlgn="base" latinLnBrk="1"/>
            <a:r>
              <a:rPr lang="ko-KR" altLang="en-US" dirty="0"/>
              <a:t>“인자가 아버지의 영광으로 그 천사들과 </a:t>
            </a:r>
            <a:r>
              <a:rPr lang="ko-KR" altLang="en-US" dirty="0" smtClean="0"/>
              <a:t>함께 </a:t>
            </a:r>
            <a:r>
              <a:rPr lang="ko-KR" altLang="en-US" dirty="0"/>
              <a:t>오리니 </a:t>
            </a:r>
            <a:r>
              <a:rPr lang="en-US" altLang="ko-KR" dirty="0"/>
              <a:t/>
            </a:r>
            <a:br>
              <a:rPr lang="en-US" altLang="ko-KR" dirty="0"/>
            </a:br>
            <a:r>
              <a:rPr lang="ko-KR" altLang="en-US" dirty="0" smtClean="0"/>
              <a:t>그 </a:t>
            </a:r>
            <a:r>
              <a:rPr lang="ko-KR" altLang="en-US" dirty="0"/>
              <a:t>때에 각 사람의 행한 대로 갚으리라.”</a:t>
            </a:r>
          </a:p>
        </p:txBody>
      </p:sp>
      <p:sp>
        <p:nvSpPr>
          <p:cNvPr id="3" name="TextBox 2">
            <a:extLst>
              <a:ext uri="{FF2B5EF4-FFF2-40B4-BE49-F238E27FC236}">
                <a16:creationId xmlns="" xmlns:a16="http://schemas.microsoft.com/office/drawing/2014/main" id="{62E46344-3E82-477A-A691-D262F2676AA8}"/>
              </a:ext>
            </a:extLst>
          </p:cNvPr>
          <p:cNvSpPr txBox="1"/>
          <p:nvPr/>
        </p:nvSpPr>
        <p:spPr>
          <a:xfrm>
            <a:off x="2472000" y="674198"/>
            <a:ext cx="4200000" cy="369332"/>
          </a:xfrm>
          <a:prstGeom prst="rect">
            <a:avLst/>
          </a:prstGeom>
          <a:solidFill>
            <a:srgbClr val="FFFF00"/>
          </a:solidFill>
        </p:spPr>
        <p:txBody>
          <a:bodyPr wrap="square" rtlCol="0">
            <a:spAutoFit/>
          </a:bodyPr>
          <a:lstStyle/>
          <a:p>
            <a:pPr lvl="0" algn="ctr">
              <a:defRPr/>
            </a:pPr>
            <a:r>
              <a:rPr lang="ko-KR" altLang="en-US" sz="1800" kern="0" dirty="0">
                <a:solidFill>
                  <a:srgbClr val="000000"/>
                </a:solidFill>
                <a:latin typeface="HY견명조" panose="02030600000101010101" pitchFamily="18" charset="-127"/>
                <a:ea typeface="HY견명조" panose="02030600000101010101" pitchFamily="18" charset="-127"/>
              </a:rPr>
              <a:t>마태복음 </a:t>
            </a:r>
            <a:r>
              <a:rPr lang="en-US" altLang="ko-KR" sz="1800" kern="0" dirty="0">
                <a:solidFill>
                  <a:srgbClr val="000000"/>
                </a:solidFill>
                <a:latin typeface="HY견명조" panose="02030600000101010101" pitchFamily="18" charset="-127"/>
                <a:ea typeface="HY견명조" panose="02030600000101010101" pitchFamily="18" charset="-127"/>
              </a:rPr>
              <a:t>16</a:t>
            </a:r>
            <a:r>
              <a:rPr lang="ko-KR" altLang="en-US" sz="1800" kern="0" dirty="0">
                <a:solidFill>
                  <a:srgbClr val="000000"/>
                </a:solidFill>
                <a:latin typeface="HY견명조" panose="02030600000101010101" pitchFamily="18" charset="-127"/>
                <a:ea typeface="HY견명조" panose="02030600000101010101" pitchFamily="18" charset="-127"/>
              </a:rPr>
              <a:t>장 </a:t>
            </a:r>
            <a:r>
              <a:rPr lang="en-US" altLang="ko-KR" sz="1800" kern="0" dirty="0">
                <a:solidFill>
                  <a:srgbClr val="000000"/>
                </a:solidFill>
                <a:latin typeface="HY견명조" panose="02030600000101010101" pitchFamily="18" charset="-127"/>
                <a:ea typeface="HY견명조" panose="02030600000101010101" pitchFamily="18" charset="-127"/>
              </a:rPr>
              <a:t>27</a:t>
            </a:r>
            <a:r>
              <a:rPr lang="ko-KR" altLang="en-US" sz="1800" kern="0" dirty="0">
                <a:solidFill>
                  <a:srgbClr val="000000"/>
                </a:solidFill>
                <a:latin typeface="HY견명조" panose="02030600000101010101" pitchFamily="18" charset="-127"/>
                <a:ea typeface="HY견명조" panose="02030600000101010101" pitchFamily="18" charset="-127"/>
              </a:rPr>
              <a:t>절</a:t>
            </a:r>
            <a:endParaRPr lang="en-US" altLang="ko-KR" sz="1800" kern="0" dirty="0">
              <a:solidFill>
                <a:srgbClr val="000000"/>
              </a:solidFill>
              <a:latin typeface="HY견명조" panose="02030600000101010101" pitchFamily="18" charset="-127"/>
              <a:ea typeface="HY견명조" panose="02030600000101010101" pitchFamily="18" charset="-127"/>
            </a:endParaRPr>
          </a:p>
        </p:txBody>
      </p:sp>
    </p:spTree>
    <p:extLst>
      <p:ext uri="{BB962C8B-B14F-4D97-AF65-F5344CB8AC3E}">
        <p14:creationId xmlns:p14="http://schemas.microsoft.com/office/powerpoint/2010/main" val="314501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title"/>
          </p:nvPr>
        </p:nvSpPr>
        <p:spPr/>
        <p:txBody>
          <a:bodyPr>
            <a:normAutofit/>
          </a:bodyPr>
          <a:lstStyle/>
          <a:p>
            <a:pPr fontAlgn="base" latinLnBrk="0"/>
            <a:r>
              <a:rPr lang="ko-KR" altLang="en-US" b="1" dirty="0"/>
              <a:t>행한 자와 행하지 않은 자</a:t>
            </a:r>
          </a:p>
        </p:txBody>
      </p:sp>
      <p:sp>
        <p:nvSpPr>
          <p:cNvPr id="8" name="제목 6"/>
          <p:cNvSpPr txBox="1">
            <a:spLocks/>
          </p:cNvSpPr>
          <p:nvPr/>
        </p:nvSpPr>
        <p:spPr>
          <a:xfrm>
            <a:off x="3178921" y="3958091"/>
            <a:ext cx="2960617" cy="368563"/>
          </a:xfrm>
          <a:prstGeom prst="rect">
            <a:avLst/>
          </a:prstGeom>
        </p:spPr>
        <p:txBody>
          <a:bodyPr vert="horz" lIns="91416" tIns="45708" rIns="91416" bIns="45708" rtlCol="0" anchor="ctr">
            <a:normAutofit fontScale="70000" lnSpcReduction="20000"/>
          </a:bodyPr>
          <a:lstStyle>
            <a:lvl1pPr algn="ctr" defTabSz="685596" rtl="0" eaLnBrk="1" latinLnBrk="1" hangingPunct="1">
              <a:lnSpc>
                <a:spcPct val="90000"/>
              </a:lnSpc>
              <a:spcBef>
                <a:spcPct val="0"/>
              </a:spcBef>
              <a:buNone/>
              <a:defRPr sz="2500" kern="1200" baseline="0">
                <a:ln w="12700">
                  <a:noFill/>
                </a:ln>
                <a:solidFill>
                  <a:schemeClr val="tx1"/>
                </a:solidFill>
                <a:effectLst/>
                <a:latin typeface="마루 부리OTF 굵은" panose="020B0600000101010101" pitchFamily="34" charset="-127"/>
                <a:ea typeface="마루 부리OTF 굵은" panose="020B0600000101010101" pitchFamily="34" charset="-127"/>
                <a:cs typeface="+mj-cs"/>
              </a:defRPr>
            </a:lvl1pPr>
          </a:lstStyle>
          <a:p>
            <a:r>
              <a:rPr lang="en-US" altLang="ko-KR" dirty="0" smtClean="0">
                <a:solidFill>
                  <a:srgbClr val="8D612F"/>
                </a:solidFill>
              </a:rPr>
              <a:t>2026년 7월 22일 수요말씀</a:t>
            </a:r>
          </a:p>
        </p:txBody>
      </p:sp>
    </p:spTree>
    <p:extLst>
      <p:ext uri="{BB962C8B-B14F-4D97-AF65-F5344CB8AC3E}">
        <p14:creationId xmlns:p14="http://schemas.microsoft.com/office/powerpoint/2010/main" val="950367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marL="0" marR="0" lvl="0" indent="0" algn="ctr" defTabSz="685596" rtl="0" eaLnBrk="1" fontAlgn="auto" latinLnBrk="0" hangingPunct="1">
              <a:lnSpc>
                <a:spcPct val="100000"/>
              </a:lnSpc>
              <a:spcBef>
                <a:spcPct val="0"/>
              </a:spcBef>
              <a:spcAft>
                <a:spcPts val="0"/>
              </a:spcAft>
              <a:buClrTx/>
              <a:buSzTx/>
              <a:buFontTx/>
              <a:buNone/>
              <a:tabLst/>
              <a:defRPr/>
            </a:pPr>
            <a:r>
              <a:rPr lang="ko-KR" altLang="en-US"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성령도 누군지 알고 믿고 사랑하고</a:t>
            </a:r>
            <a:br>
              <a:rPr lang="ko-KR" altLang="en-US"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br>
            <a:r>
              <a:rPr lang="ko-KR" altLang="en-US"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기뻐하는 자들의 성령님이십니다.</a:t>
            </a:r>
          </a:p>
        </p:txBody>
      </p:sp>
    </p:spTree>
    <p:extLst>
      <p:ext uri="{BB962C8B-B14F-4D97-AF65-F5344CB8AC3E}">
        <p14:creationId xmlns:p14="http://schemas.microsoft.com/office/powerpoint/2010/main" val="3053604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chor="t">
            <a:normAutofit/>
          </a:bodyPr>
          <a:lstStyle/>
          <a:p>
            <a:pPr marL="0" marR="0" lvl="0" indent="0" algn="ctr" defTabSz="685596" rtl="0" eaLnBrk="1" fontAlgn="auto" latinLnBrk="0" hangingPunct="1">
              <a:lnSpc>
                <a:spcPct val="100000"/>
              </a:lnSpc>
              <a:spcBef>
                <a:spcPct val="0"/>
              </a:spcBef>
              <a:spcAft>
                <a:spcPts val="0"/>
              </a:spcAft>
              <a:buClrTx/>
              <a:buSzTx/>
              <a:buFontTx/>
              <a:buNone/>
              <a:tabLst/>
              <a:defRPr/>
            </a:pPr>
            <a:r>
              <a:rPr lang="en-US" altLang="ko-KR" sz="2300" b="1" kern="1200" baseline="0" dirty="0" smtClean="0">
                <a:ln w="12700">
                  <a:noFill/>
                </a:ln>
                <a:solidFill>
                  <a:schemeClr val="accent2"/>
                </a:solidFill>
                <a:effectLst/>
                <a:latin typeface="마루 부리OTF 굵은" panose="020B0600000101010101" pitchFamily="34" charset="-127"/>
                <a:ea typeface="마루 부리OTF 굵은" panose="020B0600000101010101" pitchFamily="34" charset="-127"/>
                <a:cs typeface="+mj-cs"/>
              </a:rPr>
              <a:t>(요 16:13)</a:t>
            </a:r>
            <a:br>
              <a:rPr lang="en-US" altLang="ko-KR" sz="2300" b="1" kern="1200" baseline="0" dirty="0" smtClean="0">
                <a:ln w="12700">
                  <a:noFill/>
                </a:ln>
                <a:solidFill>
                  <a:schemeClr val="accent2"/>
                </a:solidFill>
                <a:effectLst/>
                <a:latin typeface="마루 부리OTF 굵은" panose="020B0600000101010101" pitchFamily="34" charset="-127"/>
                <a:ea typeface="마루 부리OTF 굵은" panose="020B0600000101010101" pitchFamily="34" charset="-127"/>
                <a:cs typeface="+mj-cs"/>
              </a:rPr>
            </a:br>
            <a: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
            </a:r>
            <a:b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br>
            <a: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“진리의 성령이 오시면</a:t>
            </a:r>
            <a:b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br>
            <a: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그가 너희를 모든 진리 가운데로 인도하시리니</a:t>
            </a:r>
            <a:b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br>
            <a: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그가 자의로 말하지 않고</a:t>
            </a:r>
            <a:b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br>
            <a: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오직 듣는 것을 말하시며</a:t>
            </a:r>
            <a:b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br>
            <a:r>
              <a:rPr lang="en-US" altLang="ko-KR" sz="2300" b="1" kern="1200" baseline="0" dirty="0" smtClean="0">
                <a:ln w="12700">
                  <a:noFill/>
                </a:ln>
                <a:solidFill>
                  <a:schemeClr val="tx1"/>
                </a:solidFill>
                <a:effectLst/>
                <a:latin typeface="마루 부리OTF 굵은" panose="020B0600000101010101" pitchFamily="34" charset="-127"/>
                <a:ea typeface="마루 부리OTF 굵은" panose="020B0600000101010101" pitchFamily="34" charset="-127"/>
                <a:cs typeface="+mj-cs"/>
              </a:rPr>
              <a:t>장래 일을 너희에게 알리시리라”</a:t>
            </a:r>
          </a:p>
        </p:txBody>
      </p:sp>
    </p:spTree>
    <p:extLst>
      <p:ext uri="{BB962C8B-B14F-4D97-AF65-F5344CB8AC3E}">
        <p14:creationId xmlns:p14="http://schemas.microsoft.com/office/powerpoint/2010/main" val="3392574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4294967295"/>
          </p:nvPr>
        </p:nvSpPr>
        <p:spPr>
          <a:xfrm>
            <a:off x="4105469" y="840987"/>
            <a:ext cx="5645150" cy="3873500"/>
          </a:xfrm>
        </p:spPr>
        <p:txBody>
          <a:bodyPr anchor="t"/>
          <a:lstStyle/>
          <a:p>
            <a:pPr lvl="0" fontAlgn="base" latinLnBrk="1">
              <a:lnSpc>
                <a:spcPct val="150000"/>
              </a:lnSpc>
            </a:pPr>
            <a:r>
              <a:rPr lang="ko-KR" altLang="en-US" sz="2300" b="1" dirty="0" smtClean="0">
                <a:ln w="12700">
                  <a:noFill/>
                </a:ln>
                <a:latin typeface="마루 부리OTF 굵은" panose="020B0600000101010101" pitchFamily="34" charset="-127"/>
                <a:ea typeface="마루 부리OTF 굵은" panose="020B0600000101010101" pitchFamily="34" charset="-127"/>
              </a:rPr>
              <a:t>하나님은 영의 아버지시고,</a:t>
            </a:r>
            <a:br>
              <a:rPr lang="ko-KR" altLang="en-US" sz="2300" b="1" dirty="0" smtClean="0">
                <a:ln w="12700">
                  <a:noFill/>
                </a:ln>
                <a:latin typeface="마루 부리OTF 굵은" panose="020B0600000101010101" pitchFamily="34" charset="-127"/>
                <a:ea typeface="마루 부리OTF 굵은" panose="020B0600000101010101" pitchFamily="34" charset="-127"/>
              </a:rPr>
            </a:br>
            <a:r>
              <a:rPr lang="ko-KR" altLang="en-US" sz="2300" b="1" dirty="0" smtClean="0">
                <a:ln w="12700">
                  <a:noFill/>
                </a:ln>
                <a:latin typeface="마루 부리OTF 굵은" panose="020B0600000101010101" pitchFamily="34" charset="-127"/>
                <a:ea typeface="마루 부리OTF 굵은" panose="020B0600000101010101" pitchFamily="34" charset="-127"/>
              </a:rPr>
              <a:t> </a:t>
            </a:r>
            <a:endParaRPr lang="ko-KR" altLang="en-US" sz="2300" b="1" dirty="0" smtClean="0">
              <a:ln w="12700">
                <a:noFill/>
              </a:ln>
              <a:latin typeface="마루 부리OTF 굵은" panose="020B0600000101010101" pitchFamily="34" charset="-127"/>
              <a:ea typeface="마루 부리OTF 굵은" panose="020B0600000101010101" pitchFamily="34" charset="-127"/>
            </a:endParaRPr>
          </a:p>
        </p:txBody>
      </p:sp>
    </p:spTree>
    <p:extLst>
      <p:ext uri="{BB962C8B-B14F-4D97-AF65-F5344CB8AC3E}">
        <p14:creationId xmlns:p14="http://schemas.microsoft.com/office/powerpoint/2010/main" val="258821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775477" y="822130"/>
            <a:ext cx="5643984" cy="3873500"/>
          </a:xfrm>
        </p:spPr>
        <p:txBody>
          <a:bodyPr anchor="t"/>
          <a:lstStyle/>
          <a:p>
            <a:pPr lvl="0" fontAlgn="base" latinLnBrk="1">
              <a:lnSpc>
                <a:spcPct val="150000"/>
              </a:lnSpc>
            </a:pPr>
            <a:r>
              <a:rPr lang="ko-KR" altLang="en-US" sz="2300" b="1" dirty="0" smtClean="0">
                <a:ln w="12700">
                  <a:noFill/>
                </a:ln>
                <a:latin typeface="마루 부리OTF 굵은" panose="020B0600000101010101" pitchFamily="34" charset="-127"/>
                <a:ea typeface="마루 부리OTF 굵은" panose="020B0600000101010101" pitchFamily="34" charset="-127"/>
              </a:rPr>
              <a:t>“아는 자만 얻는다.</a:t>
            </a:r>
          </a:p>
        </p:txBody>
      </p:sp>
    </p:spTree>
    <p:extLst>
      <p:ext uri="{BB962C8B-B14F-4D97-AF65-F5344CB8AC3E}">
        <p14:creationId xmlns:p14="http://schemas.microsoft.com/office/powerpoint/2010/main" val="258821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nchor="t"/>
          <a:lstStyle/>
          <a:p>
            <a:pPr lvl="0" fontAlgn="base">
              <a:lnSpc>
                <a:spcPct val="150000"/>
              </a:lnSpc>
            </a:pPr>
            <a:r>
              <a:rPr lang="ko-KR" altLang="en-US" sz="2300" b="1" dirty="0">
                <a:ln w="12700">
                  <a:noFill/>
                </a:ln>
                <a:latin typeface="마루 부리OTF 굵은" panose="020B0600000101010101" pitchFamily="34" charset="-127"/>
                <a:ea typeface="마루 부리OTF 굵은" panose="020B0600000101010101" pitchFamily="34" charset="-127"/>
              </a:rPr>
              <a:t>“의인들을 괴롭히고 악을 행한 자들아,</a:t>
            </a:r>
            <a:br>
              <a:rPr lang="ko-KR" altLang="en-US" sz="2300" b="1" dirty="0">
                <a:ln w="12700">
                  <a:noFill/>
                </a:ln>
                <a:latin typeface="마루 부리OTF 굵은" panose="020B0600000101010101" pitchFamily="34" charset="-127"/>
                <a:ea typeface="마루 부리OTF 굵은" panose="020B0600000101010101" pitchFamily="34" charset="-127"/>
              </a:rPr>
            </a:br>
            <a:r>
              <a:rPr lang="ko-KR" altLang="en-US" sz="2300" b="1" dirty="0" smtClean="0">
                <a:ln w="12700">
                  <a:noFill/>
                </a:ln>
                <a:latin typeface="마루 부리OTF 굵은" panose="020B0600000101010101" pitchFamily="34" charset="-127"/>
                <a:ea typeface="마루 부리OTF 굵은" panose="020B0600000101010101" pitchFamily="34" charset="-127"/>
              </a:rPr>
              <a:t> </a:t>
            </a:r>
            <a:endParaRPr lang="ko-KR" altLang="en-US" sz="2300" b="1" dirty="0" smtClean="0">
              <a:ln w="12700">
                <a:noFill/>
              </a:ln>
              <a:latin typeface="마루 부리OTF 굵은" panose="020B0600000101010101" pitchFamily="34" charset="-127"/>
              <a:ea typeface="마루 부리OTF 굵은" panose="020B0600000101010101" pitchFamily="34" charset="-127"/>
            </a:endParaRPr>
          </a:p>
        </p:txBody>
      </p:sp>
    </p:spTree>
    <p:extLst>
      <p:ext uri="{BB962C8B-B14F-4D97-AF65-F5344CB8AC3E}">
        <p14:creationId xmlns:p14="http://schemas.microsoft.com/office/powerpoint/2010/main" val="37986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676375" y="529501"/>
            <a:ext cx="7886700" cy="2430869"/>
          </a:xfrm>
        </p:spPr>
        <p:txBody>
          <a:bodyPr>
            <a:noAutofit/>
          </a:bodyPr>
          <a:lstStyle/>
          <a:p>
            <a:pPr marL="514350" indent="-514350">
              <a:lnSpc>
                <a:spcPct val="150000"/>
              </a:lnSpc>
              <a:buAutoNum type="arabicPeriod"/>
            </a:pPr>
            <a:r>
              <a:rPr lang="en-US" altLang="ko-KR" sz="2300" dirty="0" smtClean="0">
                <a:latin typeface="HY견고딕" pitchFamily="18" charset="-127"/>
                <a:ea typeface="HY견고딕" pitchFamily="18" charset="-127"/>
              </a:rPr>
              <a:t>2026 </a:t>
            </a:r>
            <a:r>
              <a:rPr lang="en-US" altLang="ko-KR" sz="2300" dirty="0">
                <a:latin typeface="HY견고딕" pitchFamily="18" charset="-127"/>
                <a:ea typeface="HY견고딕" pitchFamily="18" charset="-127"/>
              </a:rPr>
              <a:t>&lt;</a:t>
            </a:r>
            <a:r>
              <a:rPr lang="ko-KR" altLang="en-US" sz="2300" dirty="0">
                <a:latin typeface="HY견고딕" pitchFamily="18" charset="-127"/>
                <a:ea typeface="HY견고딕" pitchFamily="18" charset="-127"/>
              </a:rPr>
              <a:t>하나님 너와 함께 하신다</a:t>
            </a:r>
            <a:r>
              <a:rPr lang="en-US" altLang="ko-KR" sz="2300" dirty="0">
                <a:latin typeface="HY견고딕" pitchFamily="18" charset="-127"/>
                <a:ea typeface="HY견고딕" pitchFamily="18" charset="-127"/>
              </a:rPr>
              <a:t>&gt; </a:t>
            </a:r>
            <a:r>
              <a:rPr lang="ko-KR" altLang="en-US" sz="2300" dirty="0" smtClean="0">
                <a:latin typeface="HY견고딕" pitchFamily="18" charset="-127"/>
                <a:ea typeface="HY견고딕" pitchFamily="18" charset="-127"/>
              </a:rPr>
              <a:t>하계수련회 일정</a:t>
            </a:r>
            <a:r>
              <a:rPr lang="en-US" altLang="ko-KR" sz="2300" dirty="0" smtClean="0">
                <a:latin typeface="HY견고딕" pitchFamily="18" charset="-127"/>
                <a:ea typeface="HY견고딕" pitchFamily="18" charset="-127"/>
              </a:rPr>
              <a:t/>
            </a:r>
            <a:br>
              <a:rPr lang="en-US" altLang="ko-KR" sz="2300" dirty="0" smtClean="0">
                <a:latin typeface="HY견고딕" pitchFamily="18" charset="-127"/>
                <a:ea typeface="HY견고딕" pitchFamily="18" charset="-127"/>
              </a:rPr>
            </a:br>
            <a:r>
              <a:rPr lang="ko-KR" altLang="en-US" sz="2300" dirty="0">
                <a:latin typeface="HY견고딕" pitchFamily="18" charset="-127"/>
                <a:ea typeface="HY견고딕" pitchFamily="18" charset="-127"/>
              </a:rPr>
              <a:t/>
            </a:r>
            <a:br>
              <a:rPr lang="ko-KR" altLang="en-US" sz="2300" dirty="0">
                <a:latin typeface="HY견고딕" pitchFamily="18" charset="-127"/>
                <a:ea typeface="HY견고딕" pitchFamily="18" charset="-127"/>
              </a:rPr>
            </a:br>
            <a:r>
              <a:rPr lang="en-US" altLang="ko-KR" sz="2300" dirty="0">
                <a:latin typeface="HY견고딕" pitchFamily="18" charset="-127"/>
                <a:ea typeface="HY견고딕" pitchFamily="18" charset="-127"/>
              </a:rPr>
              <a:t>- 7</a:t>
            </a:r>
            <a:r>
              <a:rPr lang="ko-KR" altLang="en-US" sz="2300" dirty="0">
                <a:latin typeface="HY견고딕" pitchFamily="18" charset="-127"/>
                <a:ea typeface="HY견고딕" pitchFamily="18" charset="-127"/>
              </a:rPr>
              <a:t>월 </a:t>
            </a:r>
            <a:r>
              <a:rPr lang="en-US" altLang="ko-KR" sz="2300" dirty="0">
                <a:latin typeface="HY견고딕" pitchFamily="18" charset="-127"/>
                <a:ea typeface="HY견고딕" pitchFamily="18" charset="-127"/>
              </a:rPr>
              <a:t>23</a:t>
            </a:r>
            <a:r>
              <a:rPr lang="ko-KR" altLang="en-US" sz="2300" dirty="0">
                <a:latin typeface="HY견고딕" pitchFamily="18" charset="-127"/>
                <a:ea typeface="HY견고딕" pitchFamily="18" charset="-127"/>
              </a:rPr>
              <a:t>일 교역자수련회</a:t>
            </a:r>
            <a:br>
              <a:rPr lang="ko-KR" altLang="en-US" sz="2300" dirty="0">
                <a:latin typeface="HY견고딕" pitchFamily="18" charset="-127"/>
                <a:ea typeface="HY견고딕" pitchFamily="18" charset="-127"/>
              </a:rPr>
            </a:br>
            <a:r>
              <a:rPr lang="en-US" altLang="ko-KR" sz="2300" dirty="0">
                <a:latin typeface="HY견고딕" pitchFamily="18" charset="-127"/>
                <a:ea typeface="HY견고딕" pitchFamily="18" charset="-127"/>
              </a:rPr>
              <a:t>- 7</a:t>
            </a:r>
            <a:r>
              <a:rPr lang="ko-KR" altLang="en-US" sz="2300" dirty="0">
                <a:latin typeface="HY견고딕" pitchFamily="18" charset="-127"/>
                <a:ea typeface="HY견고딕" pitchFamily="18" charset="-127"/>
              </a:rPr>
              <a:t>월 </a:t>
            </a:r>
            <a:r>
              <a:rPr lang="en-US" altLang="ko-KR" sz="2300" dirty="0">
                <a:latin typeface="HY견고딕" pitchFamily="18" charset="-127"/>
                <a:ea typeface="HY견고딕" pitchFamily="18" charset="-127"/>
              </a:rPr>
              <a:t>25</a:t>
            </a:r>
            <a:r>
              <a:rPr lang="ko-KR" altLang="en-US" sz="2300" dirty="0">
                <a:latin typeface="HY견고딕" pitchFamily="18" charset="-127"/>
                <a:ea typeface="HY견고딕" pitchFamily="18" charset="-127"/>
              </a:rPr>
              <a:t>일 </a:t>
            </a:r>
            <a:r>
              <a:rPr lang="ko-KR" altLang="en-US" sz="2300" dirty="0" err="1">
                <a:latin typeface="HY견고딕" pitchFamily="18" charset="-127"/>
                <a:ea typeface="HY견고딕" pitchFamily="18" charset="-127"/>
              </a:rPr>
              <a:t>선배가정국</a:t>
            </a:r>
            <a:r>
              <a:rPr lang="ko-KR" altLang="en-US" sz="2300" dirty="0">
                <a:latin typeface="HY견고딕" pitchFamily="18" charset="-127"/>
                <a:ea typeface="HY견고딕" pitchFamily="18" charset="-127"/>
              </a:rPr>
              <a:t> 수련회</a:t>
            </a:r>
            <a:endParaRPr lang="ko-KR" altLang="en-US" sz="2300" b="0" dirty="0">
              <a:solidFill>
                <a:schemeClr val="tx1"/>
              </a:solidFill>
              <a:effectLst/>
              <a:latin typeface="HY견고딕" pitchFamily="18" charset="-127"/>
              <a:ea typeface="HY견고딕" pitchFamily="18" charset="-127"/>
              <a:cs typeface="한컴돋움" pitchFamily="18" charset="2"/>
            </a:endParaRPr>
          </a:p>
        </p:txBody>
      </p:sp>
    </p:spTree>
    <p:extLst>
      <p:ext uri="{BB962C8B-B14F-4D97-AF65-F5344CB8AC3E}">
        <p14:creationId xmlns:p14="http://schemas.microsoft.com/office/powerpoint/2010/main" val="1289963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1"/>
          <p:cNvSpPr txBox="1">
            <a:spLocks/>
          </p:cNvSpPr>
          <p:nvPr/>
        </p:nvSpPr>
        <p:spPr>
          <a:xfrm>
            <a:off x="1722474" y="814366"/>
            <a:ext cx="8453086" cy="2311602"/>
          </a:xfrm>
          <a:prstGeom prst="rect">
            <a:avLst/>
          </a:prstGeom>
        </p:spPr>
        <p:txBody>
          <a:bodyPr/>
          <a:lstStyle>
            <a:lvl1pPr algn="l" defTabSz="685596" rtl="0" eaLnBrk="1" latinLnBrk="1" hangingPunct="1">
              <a:lnSpc>
                <a:spcPct val="90000"/>
              </a:lnSpc>
              <a:spcBef>
                <a:spcPct val="0"/>
              </a:spcBef>
              <a:buNone/>
              <a:defRPr sz="3300" kern="1200">
                <a:solidFill>
                  <a:schemeClr val="tx1"/>
                </a:solidFill>
                <a:latin typeface="+mj-lt"/>
                <a:ea typeface="+mj-ea"/>
                <a:cs typeface="+mj-cs"/>
              </a:defRPr>
            </a:lvl1pPr>
          </a:lstStyle>
          <a:p>
            <a:pPr algn="ctr" latinLnBrk="0">
              <a:lnSpc>
                <a:spcPct val="100000"/>
              </a:lnSpc>
            </a:pPr>
            <a:r>
              <a:rPr lang="en-US" altLang="ko-KR" sz="1800" b="1" dirty="0">
                <a:ln w="12700">
                  <a:noFill/>
                </a:ln>
                <a:latin typeface="나눔스퀘어_ac ExtraBold" pitchFamily="50" charset="-127"/>
                <a:ea typeface="나눔스퀘어_ac ExtraBold" pitchFamily="50" charset="-127"/>
              </a:rPr>
              <a:t>2026</a:t>
            </a:r>
            <a:r>
              <a:rPr lang="ko-KR" altLang="en-US" sz="1800" b="1" dirty="0">
                <a:ln w="12700">
                  <a:noFill/>
                </a:ln>
                <a:latin typeface="나눔스퀘어_ac ExtraBold" pitchFamily="50" charset="-127"/>
                <a:ea typeface="나눔스퀘어_ac ExtraBold" pitchFamily="50" charset="-127"/>
              </a:rPr>
              <a:t>년  </a:t>
            </a:r>
            <a:r>
              <a:rPr lang="en-US" altLang="ko-KR" sz="1800" b="1" dirty="0">
                <a:ln w="12700">
                  <a:noFill/>
                </a:ln>
                <a:latin typeface="나눔스퀘어_ac ExtraBold" pitchFamily="50" charset="-127"/>
                <a:ea typeface="나눔스퀘어_ac ExtraBold" pitchFamily="50" charset="-127"/>
              </a:rPr>
              <a:t>7</a:t>
            </a:r>
            <a:r>
              <a:rPr lang="ko-KR" altLang="en-US" sz="1800" b="1" dirty="0" smtClean="0">
                <a:ln w="12700">
                  <a:noFill/>
                </a:ln>
                <a:latin typeface="나눔스퀘어_ac ExtraBold" pitchFamily="50" charset="-127"/>
                <a:ea typeface="나눔스퀘어_ac ExtraBold" pitchFamily="50" charset="-127"/>
              </a:rPr>
              <a:t>월  </a:t>
            </a:r>
            <a:r>
              <a:rPr lang="en-US" altLang="ko-KR" sz="1800" b="1" dirty="0" smtClean="0">
                <a:ln w="12700">
                  <a:noFill/>
                </a:ln>
                <a:latin typeface="나눔스퀘어_ac ExtraBold" pitchFamily="50" charset="-127"/>
                <a:ea typeface="나눔스퀘어_ac ExtraBold" pitchFamily="50" charset="-127"/>
              </a:rPr>
              <a:t>22</a:t>
            </a:r>
            <a:r>
              <a:rPr lang="ko-KR" altLang="en-US" sz="1800" b="1" dirty="0" smtClean="0">
                <a:ln w="12700">
                  <a:noFill/>
                </a:ln>
                <a:latin typeface="나눔스퀘어_ac ExtraBold" pitchFamily="50" charset="-127"/>
                <a:ea typeface="나눔스퀘어_ac ExtraBold" pitchFamily="50" charset="-127"/>
              </a:rPr>
              <a:t>일  </a:t>
            </a:r>
            <a:r>
              <a:rPr lang="ko-KR" altLang="en-US" sz="1800" b="1" dirty="0">
                <a:ln w="12700">
                  <a:noFill/>
                </a:ln>
                <a:latin typeface="나눔스퀘어_ac ExtraBold" pitchFamily="50" charset="-127"/>
                <a:ea typeface="나눔스퀘어_ac ExtraBold" pitchFamily="50" charset="-127"/>
              </a:rPr>
              <a:t>수요 예배</a:t>
            </a:r>
            <a:endParaRPr lang="en-US" altLang="ko-KR" sz="1800" b="1" dirty="0">
              <a:ln w="12700">
                <a:noFill/>
              </a:ln>
              <a:latin typeface="나눔스퀘어_ac ExtraBold" pitchFamily="50" charset="-127"/>
              <a:ea typeface="나눔스퀘어_ac ExtraBold" pitchFamily="50" charset="-127"/>
            </a:endParaRPr>
          </a:p>
          <a:p>
            <a:pPr algn="ctr" latinLnBrk="0">
              <a:lnSpc>
                <a:spcPct val="100000"/>
              </a:lnSpc>
            </a:pPr>
            <a:endParaRPr lang="en-US" altLang="ko-KR" sz="2000" b="1" dirty="0" smtClean="0">
              <a:ln w="12700">
                <a:noFill/>
              </a:ln>
              <a:latin typeface="나눔스퀘어_ac ExtraBold" pitchFamily="50" charset="-127"/>
              <a:ea typeface="나눔스퀘어_ac ExtraBold" pitchFamily="50" charset="-127"/>
            </a:endParaRPr>
          </a:p>
          <a:p>
            <a:pPr algn="ctr" latinLnBrk="0">
              <a:lnSpc>
                <a:spcPct val="100000"/>
              </a:lnSpc>
            </a:pPr>
            <a:endParaRPr lang="en-US" altLang="ko-KR" sz="2000" b="1" dirty="0">
              <a:ln w="12700">
                <a:noFill/>
              </a:ln>
              <a:latin typeface="나눔스퀘어_ac ExtraBold" pitchFamily="50" charset="-127"/>
              <a:ea typeface="나눔스퀘어_ac ExtraBold" pitchFamily="50" charset="-127"/>
            </a:endParaRPr>
          </a:p>
          <a:p>
            <a:pPr algn="ctr" latinLnBrk="0">
              <a:lnSpc>
                <a:spcPct val="100000"/>
              </a:lnSpc>
            </a:pPr>
            <a:endParaRPr lang="en-US" altLang="ko-KR" sz="2000" b="1" dirty="0">
              <a:ln w="12700">
                <a:noFill/>
              </a:ln>
              <a:latin typeface="나눔스퀘어_ac ExtraBold" pitchFamily="50" charset="-127"/>
              <a:ea typeface="나눔스퀘어_ac ExtraBold" pitchFamily="50" charset="-127"/>
            </a:endParaRPr>
          </a:p>
          <a:p>
            <a:pPr algn="ctr">
              <a:lnSpc>
                <a:spcPct val="150000"/>
              </a:lnSpc>
              <a:spcBef>
                <a:spcPts val="0"/>
              </a:spcBef>
            </a:pPr>
            <a:r>
              <a:rPr lang="ko-KR" altLang="en-US" sz="2400" b="1" dirty="0"/>
              <a:t>행한 자와 행하지 않은 자</a:t>
            </a:r>
            <a:endParaRPr lang="ko-KR" altLang="en-US" sz="2400" b="1" dirty="0">
              <a:latin typeface="나눔스퀘어_ac ExtraBold" pitchFamily="50" charset="-127"/>
              <a:ea typeface="나눔스퀘어_ac ExtraBold" pitchFamily="50" charset="-127"/>
            </a:endParaRPr>
          </a:p>
        </p:txBody>
      </p:sp>
    </p:spTree>
    <p:extLst>
      <p:ext uri="{BB962C8B-B14F-4D97-AF65-F5344CB8AC3E}">
        <p14:creationId xmlns:p14="http://schemas.microsoft.com/office/powerpoint/2010/main" val="2983929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3.xml><?xml version="1.0" encoding="utf-8"?>
<a:theme xmlns:a="http://schemas.openxmlformats.org/drawingml/2006/main" name="2_HDOfficeLightV0">
  <a:themeElements>
    <a:clrScheme name="파랑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483</Words>
  <Application>Microsoft Office PowerPoint</Application>
  <PresentationFormat>화면 슬라이드 쇼(16:9)</PresentationFormat>
  <Paragraphs>82</Paragraphs>
  <Slides>71</Slides>
  <Notes>2</Notes>
  <HiddenSlides>0</HiddenSlides>
  <MMClips>0</MMClips>
  <ScaleCrop>false</ScaleCrop>
  <HeadingPairs>
    <vt:vector size="6" baseType="variant">
      <vt:variant>
        <vt:lpstr>테마</vt:lpstr>
      </vt:variant>
      <vt:variant>
        <vt:i4>4</vt:i4>
      </vt:variant>
      <vt:variant>
        <vt:lpstr>포함된 OLE 서버</vt:lpstr>
      </vt:variant>
      <vt:variant>
        <vt:i4>0</vt:i4>
      </vt:variant>
      <vt:variant>
        <vt:lpstr>슬라이드 제목</vt:lpstr>
      </vt:variant>
      <vt:variant>
        <vt:i4>71</vt:i4>
      </vt:variant>
    </vt:vector>
  </HeadingPairs>
  <TitlesOfParts>
    <vt:vector size="75" baseType="lpstr">
      <vt:lpstr>HDOfficeLightV0</vt:lpstr>
      <vt:lpstr>1_HDOfficeLightV0</vt:lpstr>
      <vt:lpstr>2_HDOfficeLightV0</vt:lpstr>
      <vt:lpstr>3_HDOfficeLightV0</vt:lpstr>
      <vt:lpstr>“인자가 아버지의 영광으로 그 천사들과 함께 오리니  그 때에 각 사람의 행한 대로 갚으리라.”</vt:lpstr>
      <vt:lpstr>“스스로 속이지 말라  하나님은 만홀히 여김을 받지 아니하시나니  사람이 무엇으로 심든지 그대로 거두리라.”</vt:lpstr>
      <vt:lpstr>“보라 내가 속히 오리니 내가 줄 상이 내게 있어  각 사람에게 그의 일한 대로 갚아 주리라.”</vt:lpstr>
      <vt:lpstr>‘행한 대로 받으리라.’</vt:lpstr>
      <vt:lpstr>행한 자와 행하지 않은 자</vt:lpstr>
      <vt:lpstr>“지구 세상 모든 것이 자기 것이라도 분야별로 쓰지 않으면 아무 소용이 없다.</vt:lpstr>
      <vt:lpstr>“지구 세상 모든 것이 자기 것이라도 분야별로 쓰지 않으면 아무 소용이 없다. 먹고, 입고, 써야 소용이 있다.”</vt:lpstr>
      <vt:lpstr>성령도 누군지 알고 믿고 사랑하고 기뻐하는 자들의 성령님이십니다.</vt:lpstr>
      <vt:lpstr>기독교는 성령이 하나님 신 중의 하나, 하나님 성품 중의 한 성품, 하나님 마음 중의 여성 성품인 줄 압니다.</vt:lpstr>
      <vt:lpstr>성경에 쓰여 있어도 자기 주관으로 성경을 해석하기 때문입니다.</vt:lpstr>
      <vt:lpstr>(요 16:13)  “진리의 성령이 오시면 그가 너희를 모든 진리 가운데로 인도하시리니 그가 자의로 말하지 않고 오직 듣는 것을 말하시며 장래 일을 너희에게 알리시리라”</vt:lpstr>
      <vt:lpstr>성령님은 삼위체 중 천모 여성신이십니다.</vt:lpstr>
      <vt:lpstr>하나님은 영의 아버지시고,  </vt:lpstr>
      <vt:lpstr>하나님은 영의 아버지시고, 성령님은 영의 어머니 천모이시고,  </vt:lpstr>
      <vt:lpstr>하나님은 영의 아버지시고, 성령님은 영의 어머니 천모이시고, 성자는 아들 격의 영체이십니다.</vt:lpstr>
      <vt:lpstr>“아는 자만 얻는다.</vt:lpstr>
      <vt:lpstr>“아는 자만 얻는다. 새 시대를 따른 자만 알고 영도 육도 변화되어 새 시대를 누리고 새 세상에서 살아간다.”</vt:lpstr>
      <vt:lpstr>행하여 하나님, 성령, 성자, 주와 같이 자기 영과 육을 구원하여  육신 일생, 영 영원히 살게 합니다.</vt:lpstr>
      <vt:lpstr>“모르는 자는 세상 모든 것이 행하는 대로 자기 것임을 모른다.</vt:lpstr>
      <vt:lpstr>“모르는 자는 세상 모든 것이 행하는 대로 자기 것임을 모른다. 알아도 조금, 실 가닥만큼만 아는 고로 조금 행하고 조금 얻어 빈핍하게 살다 죽는다.</vt:lpstr>
      <vt:lpstr>많이 행하여도 육의 것만 행하여 놓고 영의 것은 행하지 않아 얻지 못한다.</vt:lpstr>
      <vt:lpstr>많이 행하여도 육의 것만 행하여 놓고 영의 것은 행하지 않아 얻지 못한다. 그리고서 영으로 영원히 누리는 자를 보며 시기, 질투, 짜증의 삶을 산다.”</vt:lpstr>
      <vt:lpstr>하나님을 아는 것이 최고의 지식입니다.</vt:lpstr>
      <vt:lpstr>고로 하나님, 성령, 성자와 주를 제대로 알고 그 말씀을 실천하며 살아야 합니다.</vt:lpstr>
      <vt:lpstr>“알아도 행하는 만큼만 얻고 산다.”</vt:lpstr>
      <vt:lpstr>“새 시대에 나 하나님이 보낸 자, 표상 통해 보고 얻고 쓰고 삼위체를 믿고 살아라.”</vt:lpstr>
      <vt:lpstr>“누구든지 나 전능자와 그 보낸 구원자를 믿어 자기 영과 육을 구원해야 한다.</vt:lpstr>
      <vt:lpstr>“누구든지 나 전능자와 그 보낸 구원자를 믿어 자기 영과 육을 구원해야 한다. 그러지 못하면 그는 세상에 사는 것으로 끝난다. 그 영은 사망에 가서 영원히 살아야 한다.”</vt:lpstr>
      <vt:lpstr>“세상에서 최고 할 일은 자기 육 구원, 영 구원이다. 이를 최우선으로 안 하면 죽는다.”</vt:lpstr>
      <vt:lpstr>그 보낸 구원자 통해 주시는 말씀대로 살아야 영이 생명권에 살게 됩니다.</vt:lpstr>
      <vt:lpstr>말씀으로 하나님을 알았으면, 절대 믿고 절대 행하기입니다.</vt:lpstr>
      <vt:lpstr>“아는 것이 신이다. 내 말을 받은 자는 신이다.</vt:lpstr>
      <vt:lpstr>“아는 것이 신이다. 내 말을 받은 자는 신이다. 알면 신같이 행한다. 알고 행하는 만큼 얻는다.”</vt:lpstr>
      <vt:lpstr>(요 10:35)   “성경은 폐하지 못하나니 하나님의 말씀을 받은 사람들을 신이라 하셨거든””</vt:lpstr>
      <vt:lpstr>‘인간의 무지’</vt:lpstr>
      <vt:lpstr>“세상에 무지같이 해를 주는 것도 없다.</vt:lpstr>
      <vt:lpstr>“세상에 무지같이 해를 주는 것도 없다. 알고 행하면 지옥 고통을 바로 해결한다.”</vt:lpstr>
      <vt:lpstr>그 어떤 것도 알고 행하면 해결됩니다.</vt:lpstr>
      <vt:lpstr>하나님, 성령, 성자, 주가 하실 것은 하나님, 성령님, 성자, 주가 함께하시어 해결하게 해 주십니다.</vt:lpstr>
      <vt:lpstr>평소에 늘 적극적으로 열심히 해야 문제가 와도 해결됩니다.</vt:lpstr>
      <vt:lpstr>모두 알고 행하도록 말씀을 널리 전해야 합니다.</vt:lpstr>
      <vt:lpstr>최종 목적지가 문제입니다.</vt:lpstr>
      <vt:lpstr>목적지인 월명동은 웅장하고 아름답고 신비한,</vt:lpstr>
      <vt:lpstr>‘인생길이 험난하고 고생되고 좋지 아니하여도 목적지가 어떠한 곳이냐.’</vt:lpstr>
      <vt:lpstr>“네 목적지가 구약이냐, 신약이냐, 마지막 천 년 역사냐.</vt:lpstr>
      <vt:lpstr>“네 목적지가 구약이냐, 신약이냐, 마지막 천 년 역사냐. 나 하나님이 창조 이후 최고의 창조 목적을 이루는 곳을 알고 따라가느냐, 모르고 안 따라가느냐에 따라</vt:lpstr>
      <vt:lpstr>네 시대 운명이 좌우되고, </vt:lpstr>
      <vt:lpstr>네 시대 운명이 좌우되고, 구원의 위치도 </vt:lpstr>
      <vt:lpstr>네 시대 운명이 좌우되고, 구원의 위치도 ‘낙원이냐, 천국이냐, 황금천국이냐.’가  좌우된다.”</vt:lpstr>
      <vt:lpstr>지옥은 정말 잔인한 고통을 받는 세계입니다.</vt:lpstr>
      <vt:lpstr>천국에 간 자는 본인이 왜 천국에 왔는지 이해하고 영 영원히 누리며 삽니다.</vt:lpstr>
      <vt:lpstr>하나님이 보낸 구원의 사명자의 말씀을 듣고 하나님을 믿고 사랑하고 살면서 인생 문제를 해결해야 합니다.</vt:lpstr>
      <vt:lpstr>자기 행위대로입니다.</vt:lpstr>
      <vt:lpstr>“의인들을 괴롭히고 악을 행한 자들아,  </vt:lpstr>
      <vt:lpstr>“의인들을 괴롭히고 악을 행한 자들아, 저주를 받고, 의인의 고통과 흘린 피를 담당하라.”</vt:lpstr>
      <vt:lpstr>선생은 악한 자들을 모두 심판하여 없애 버려 달라고 계속 기도합니다.</vt:lpstr>
      <vt:lpstr>“너희도 사명자와 같이 기도하라.”</vt:lpstr>
      <vt:lpstr>(요일 3:8)   “…하나님의 아들이 나타나신 것은 마귀의 일을 멸하려 하심이니라”</vt:lpstr>
      <vt:lpstr>하나님이 매일 악과 사탄과 악마를 심판하십니다.</vt:lpstr>
      <vt:lpstr>“너희는 이 시대를 믿고 따라 온  복 있는 자들이다.</vt:lpstr>
      <vt:lpstr>“너희는 이 시대를 믿고 따라 온  복 있는 자들이다. 시대 고통을 못 견디고 신앙이 파선한 자들을 거울삼고 열심히 끝까지 충성하며 행하여라.”</vt:lpstr>
      <vt:lpstr>“사람은 알아야 행하여 얻는다. 알지 못하면 행하지 못해 얻지 못한다.</vt:lpstr>
      <vt:lpstr>“사람은 알아야 행하여 얻는다. 알지 못하면 행하지 못해 얻지 못한다. 특히 구원 문제의 답을 시대 보낸 자를 통해 알고 믿고 행하여 자기 영을 위해 삶으로 영의 것을 누려라.</vt:lpstr>
      <vt:lpstr>몰라서 행하지 못하는 자들이  어찌 되었나 보아라.  </vt:lpstr>
      <vt:lpstr>몰라서 행하지 못하는 자들이  어찌 되었나 보아라. 너희는 이 시대를 아는  복 있는 자들이 되었으니  </vt:lpstr>
      <vt:lpstr>몰라서 행하지 못하는 자들이  어찌 되었나 보아라. 너희는 이 시대를 아는  복 있는 자들이 되었으니 알지만 말고,  많이 행하여 많이 얻어라.”</vt:lpstr>
      <vt:lpstr>2026 &lt;하나님 너와 함께 하신다&gt; 하계수련회 일정  - 7월 23일 교역자수련회 - 7월 25일 선배가정국 수련회</vt:lpstr>
      <vt:lpstr>2 .   7월 26일 상문 상반기 수료식 - 전체 중식 끝나고, 수료식 진행</vt:lpstr>
      <vt:lpstr>3.  7월 30일(목) 지역회 성지사역 날 - 7월 25일까지 부교님에게 신청해주세요!</vt:lpstr>
      <vt:lpstr>4. 7월 26일 주일예배위원 안내 경배찬양  : 이종혁, 이한솔 대표기도 : 임영진 특송 : 전체찬송  봉헌위원 : 정선희</vt:lpstr>
      <vt:lpstr>PowerPoint 프레젠테이션</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Windows 사용자</dc:creator>
  <cp:lastModifiedBy>Windows User</cp:lastModifiedBy>
  <cp:revision>1907</cp:revision>
  <dcterms:created xsi:type="dcterms:W3CDTF">2018-05-21T11:20:30Z</dcterms:created>
  <dcterms:modified xsi:type="dcterms:W3CDTF">2026-07-22T03:28:09Z</dcterms:modified>
  <cp:version/>
</cp:coreProperties>
</file>